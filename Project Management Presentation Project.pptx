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Fira Sans Extra Condensed" panose="020B0503050000020004" pitchFamily="34" charset="0"/>
      <p:regular r:id="rId25"/>
      <p:bold r:id="rId26"/>
      <p:italic r:id="rId27"/>
      <p:boldItalic r:id="rId28"/>
    </p:embeddedFont>
    <p:embeddedFont>
      <p:font typeface="Fira Sans Extra Condensed Medium" panose="020B0604020202020204" charset="0"/>
      <p:regular r:id="rId29"/>
      <p:bold r:id="rId30"/>
      <p:italic r:id="rId31"/>
      <p:boldItalic r:id="rId32"/>
    </p:embeddedFont>
    <p:embeddedFont>
      <p:font typeface="Fira Sans Extra Condensed SemiBold" panose="020B0604020202020204" charset="0"/>
      <p:regular r:id="rId33"/>
      <p:bold r:id="rId34"/>
      <p:italic r:id="rId35"/>
      <p:boldItalic r:id="rId36"/>
    </p:embeddedFont>
    <p:embeddedFont>
      <p:font typeface="Fira Sans SemiBold" panose="020B0604020202020204" pitchFamily="34" charset="0"/>
      <p:regular r:id="rId37"/>
      <p:bold r:id="rId38"/>
      <p:italic r:id="rId39"/>
      <p:boldItalic r:id="rId40"/>
    </p:embeddedFont>
    <p:embeddedFont>
      <p:font typeface="Roboto" panose="020000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g918fbe0c5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 name="Google Shape;40;g918fbe0c5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4b7bfaaa1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4b7bfaaa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f240d242d0_1_16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f240d242d0_1_16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4b5fb6c9b0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4b5fb6c9b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f539916f66_0_5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f539916f66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f1b37df087_0_5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f1b37df087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4b711daad9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24b711daad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24b711daad9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24b711daad9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4b79118ca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4b79118c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4b79118ca4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4b79118ca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4b79118ca4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4b79118ca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4b79118ca4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4b79118ca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24b79118ca4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24b79118ca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4b79118ca4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4b79118ca4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4b79118ca4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4b79118ca4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4b5fb6c9b0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4b5fb6c9b0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4b5fb6c9b0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24b5fb6c9b0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24b5fb6c9b0_0_1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24b5fb6c9b0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24b5fb6c9b0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24b5fb6c9b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24b5fb6c9b0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24b5fb6c9b0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24d348508a7_2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24d348508a7_2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4d348508a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4d348508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flipH="1">
            <a:off x="4152894" y="1512250"/>
            <a:ext cx="4114800" cy="1540200"/>
          </a:xfrm>
          <a:prstGeom prst="rect">
            <a:avLst/>
          </a:prstGeom>
          <a:noFill/>
        </p:spPr>
        <p:txBody>
          <a:bodyPr spcFirstLastPara="1" wrap="square" lIns="91425" tIns="91425" rIns="91425" bIns="91425" anchor="ctr" anchorCtr="0">
            <a:noAutofit/>
          </a:bodyPr>
          <a:lstStyle>
            <a:lvl1pPr lvl="0" algn="l">
              <a:spcBef>
                <a:spcPts val="0"/>
              </a:spcBef>
              <a:spcAft>
                <a:spcPts val="0"/>
              </a:spcAft>
              <a:buSzPts val="4000"/>
              <a:buNone/>
              <a:defRPr sz="4800">
                <a:solidFill>
                  <a:schemeClr val="dk1"/>
                </a:solidFill>
                <a:latin typeface="Fira Sans Extra Condensed SemiBold"/>
                <a:ea typeface="Fira Sans Extra Condensed SemiBold"/>
                <a:cs typeface="Fira Sans Extra Condensed SemiBold"/>
                <a:sym typeface="Fira Sans Extra Condensed SemiBold"/>
              </a:defRPr>
            </a:lvl1pPr>
            <a:lvl2pPr lvl="1" algn="ctr">
              <a:spcBef>
                <a:spcPts val="0"/>
              </a:spcBef>
              <a:spcAft>
                <a:spcPts val="0"/>
              </a:spcAft>
              <a:buSzPts val="4000"/>
              <a:buFont typeface="Fira Sans SemiBold"/>
              <a:buNone/>
              <a:defRPr sz="4000">
                <a:latin typeface="Fira Sans SemiBold"/>
                <a:ea typeface="Fira Sans SemiBold"/>
                <a:cs typeface="Fira Sans SemiBold"/>
                <a:sym typeface="Fira Sans SemiBold"/>
              </a:defRPr>
            </a:lvl2pPr>
            <a:lvl3pPr lvl="2" algn="ctr">
              <a:spcBef>
                <a:spcPts val="0"/>
              </a:spcBef>
              <a:spcAft>
                <a:spcPts val="0"/>
              </a:spcAft>
              <a:buSzPts val="4000"/>
              <a:buFont typeface="Fira Sans SemiBold"/>
              <a:buNone/>
              <a:defRPr sz="4000">
                <a:latin typeface="Fira Sans SemiBold"/>
                <a:ea typeface="Fira Sans SemiBold"/>
                <a:cs typeface="Fira Sans SemiBold"/>
                <a:sym typeface="Fira Sans SemiBold"/>
              </a:defRPr>
            </a:lvl3pPr>
            <a:lvl4pPr lvl="3" algn="ctr">
              <a:spcBef>
                <a:spcPts val="0"/>
              </a:spcBef>
              <a:spcAft>
                <a:spcPts val="0"/>
              </a:spcAft>
              <a:buSzPts val="4000"/>
              <a:buFont typeface="Fira Sans SemiBold"/>
              <a:buNone/>
              <a:defRPr sz="4000">
                <a:latin typeface="Fira Sans SemiBold"/>
                <a:ea typeface="Fira Sans SemiBold"/>
                <a:cs typeface="Fira Sans SemiBold"/>
                <a:sym typeface="Fira Sans SemiBold"/>
              </a:defRPr>
            </a:lvl4pPr>
            <a:lvl5pPr lvl="4" algn="ctr">
              <a:spcBef>
                <a:spcPts val="0"/>
              </a:spcBef>
              <a:spcAft>
                <a:spcPts val="0"/>
              </a:spcAft>
              <a:buSzPts val="4000"/>
              <a:buFont typeface="Fira Sans SemiBold"/>
              <a:buNone/>
              <a:defRPr sz="4000">
                <a:latin typeface="Fira Sans SemiBold"/>
                <a:ea typeface="Fira Sans SemiBold"/>
                <a:cs typeface="Fira Sans SemiBold"/>
                <a:sym typeface="Fira Sans SemiBold"/>
              </a:defRPr>
            </a:lvl5pPr>
            <a:lvl6pPr lvl="5" algn="ctr">
              <a:spcBef>
                <a:spcPts val="0"/>
              </a:spcBef>
              <a:spcAft>
                <a:spcPts val="0"/>
              </a:spcAft>
              <a:buSzPts val="4000"/>
              <a:buFont typeface="Fira Sans SemiBold"/>
              <a:buNone/>
              <a:defRPr sz="4000">
                <a:latin typeface="Fira Sans SemiBold"/>
                <a:ea typeface="Fira Sans SemiBold"/>
                <a:cs typeface="Fira Sans SemiBold"/>
                <a:sym typeface="Fira Sans SemiBold"/>
              </a:defRPr>
            </a:lvl6pPr>
            <a:lvl7pPr lvl="6" algn="ctr">
              <a:spcBef>
                <a:spcPts val="0"/>
              </a:spcBef>
              <a:spcAft>
                <a:spcPts val="0"/>
              </a:spcAft>
              <a:buSzPts val="4000"/>
              <a:buFont typeface="Fira Sans SemiBold"/>
              <a:buNone/>
              <a:defRPr sz="4000">
                <a:latin typeface="Fira Sans SemiBold"/>
                <a:ea typeface="Fira Sans SemiBold"/>
                <a:cs typeface="Fira Sans SemiBold"/>
                <a:sym typeface="Fira Sans SemiBold"/>
              </a:defRPr>
            </a:lvl7pPr>
            <a:lvl8pPr lvl="7" algn="ctr">
              <a:spcBef>
                <a:spcPts val="0"/>
              </a:spcBef>
              <a:spcAft>
                <a:spcPts val="0"/>
              </a:spcAft>
              <a:buSzPts val="4000"/>
              <a:buFont typeface="Fira Sans SemiBold"/>
              <a:buNone/>
              <a:defRPr sz="4000">
                <a:latin typeface="Fira Sans SemiBold"/>
                <a:ea typeface="Fira Sans SemiBold"/>
                <a:cs typeface="Fira Sans SemiBold"/>
                <a:sym typeface="Fira Sans SemiBold"/>
              </a:defRPr>
            </a:lvl8pPr>
            <a:lvl9pPr lvl="8" algn="ctr">
              <a:spcBef>
                <a:spcPts val="0"/>
              </a:spcBef>
              <a:spcAft>
                <a:spcPts val="0"/>
              </a:spcAft>
              <a:buSzPts val="4000"/>
              <a:buFont typeface="Fira Sans SemiBold"/>
              <a:buNone/>
              <a:defRPr sz="4000">
                <a:latin typeface="Fira Sans SemiBold"/>
                <a:ea typeface="Fira Sans SemiBold"/>
                <a:cs typeface="Fira Sans SemiBold"/>
                <a:sym typeface="Fira Sans SemiBold"/>
              </a:defRPr>
            </a:lvl9pPr>
          </a:lstStyle>
          <a:p>
            <a:endParaRPr/>
          </a:p>
        </p:txBody>
      </p:sp>
      <p:sp>
        <p:nvSpPr>
          <p:cNvPr id="10" name="Google Shape;10;p2"/>
          <p:cNvSpPr txBox="1">
            <a:spLocks noGrp="1"/>
          </p:cNvSpPr>
          <p:nvPr>
            <p:ph type="subTitle" idx="1"/>
          </p:nvPr>
        </p:nvSpPr>
        <p:spPr>
          <a:xfrm flipH="1">
            <a:off x="4152894" y="3153950"/>
            <a:ext cx="4114800" cy="407400"/>
          </a:xfrm>
          <a:prstGeom prst="rect">
            <a:avLst/>
          </a:prstGeom>
          <a:noFill/>
        </p:spPr>
        <p:txBody>
          <a:bodyPr spcFirstLastPara="1" wrap="square" lIns="91425" tIns="91425" rIns="91425" bIns="91425" anchor="ctr" anchorCtr="0">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7200" y="2150850"/>
            <a:ext cx="8229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15" name="Google Shape;15;p4"/>
          <p:cNvSpPr txBox="1">
            <a:spLocks noGrp="1"/>
          </p:cNvSpPr>
          <p:nvPr>
            <p:ph type="body" idx="1"/>
          </p:nvPr>
        </p:nvSpPr>
        <p:spPr>
          <a:xfrm>
            <a:off x="411475" y="1397625"/>
            <a:ext cx="8320800" cy="33684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1600"/>
              </a:spcBef>
              <a:spcAft>
                <a:spcPts val="0"/>
              </a:spcAft>
              <a:buSzPts val="1200"/>
              <a:buChar char="○"/>
              <a:defRPr/>
            </a:lvl2pPr>
            <a:lvl3pPr marL="1371600" lvl="2" indent="-304800">
              <a:spcBef>
                <a:spcPts val="1600"/>
              </a:spcBef>
              <a:spcAft>
                <a:spcPts val="0"/>
              </a:spcAft>
              <a:buSzPts val="1200"/>
              <a:buChar char="■"/>
              <a:defRPr/>
            </a:lvl3pPr>
            <a:lvl4pPr marL="1828800" lvl="3" indent="-304800">
              <a:spcBef>
                <a:spcPts val="1600"/>
              </a:spcBef>
              <a:spcAft>
                <a:spcPts val="0"/>
              </a:spcAft>
              <a:buSzPts val="1200"/>
              <a:buChar char="●"/>
              <a:defRPr/>
            </a:lvl4pPr>
            <a:lvl5pPr marL="2286000" lvl="4" indent="-304800">
              <a:spcBef>
                <a:spcPts val="1600"/>
              </a:spcBef>
              <a:spcAft>
                <a:spcPts val="0"/>
              </a:spcAft>
              <a:buSzPts val="1200"/>
              <a:buChar char="○"/>
              <a:defRPr/>
            </a:lvl5pPr>
            <a:lvl6pPr marL="2743200" lvl="5" indent="-304800">
              <a:spcBef>
                <a:spcPts val="1600"/>
              </a:spcBef>
              <a:spcAft>
                <a:spcPts val="0"/>
              </a:spcAft>
              <a:buSzPts val="1200"/>
              <a:buChar char="■"/>
              <a:defRPr/>
            </a:lvl6pPr>
            <a:lvl7pPr marL="3200400" lvl="6" indent="-304800">
              <a:spcBef>
                <a:spcPts val="1600"/>
              </a:spcBef>
              <a:spcAft>
                <a:spcPts val="0"/>
              </a:spcAft>
              <a:buSzPts val="1200"/>
              <a:buChar char="●"/>
              <a:defRPr/>
            </a:lvl7pPr>
            <a:lvl8pPr marL="3657600" lvl="7" indent="-304800">
              <a:spcBef>
                <a:spcPts val="1600"/>
              </a:spcBef>
              <a:spcAft>
                <a:spcPts val="0"/>
              </a:spcAft>
              <a:buSzPts val="1200"/>
              <a:buChar char="○"/>
              <a:defRPr/>
            </a:lvl8pPr>
            <a:lvl9pPr marL="4114800" lvl="8" indent="-304800">
              <a:spcBef>
                <a:spcPts val="1600"/>
              </a:spcBef>
              <a:spcAft>
                <a:spcPts val="1600"/>
              </a:spcAft>
              <a:buSzPts val="12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18" name="Google Shape;18;p5"/>
          <p:cNvSpPr txBox="1">
            <a:spLocks noGrp="1"/>
          </p:cNvSpPr>
          <p:nvPr>
            <p:ph type="body" idx="1"/>
          </p:nvPr>
        </p:nvSpPr>
        <p:spPr>
          <a:xfrm>
            <a:off x="457200" y="1152475"/>
            <a:ext cx="3854400" cy="36135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19" name="Google Shape;19;p5"/>
          <p:cNvSpPr txBox="1">
            <a:spLocks noGrp="1"/>
          </p:cNvSpPr>
          <p:nvPr>
            <p:ph type="body" idx="2"/>
          </p:nvPr>
        </p:nvSpPr>
        <p:spPr>
          <a:xfrm>
            <a:off x="4832400" y="1152475"/>
            <a:ext cx="3854400" cy="3613500"/>
          </a:xfrm>
          <a:prstGeom prst="rect">
            <a:avLst/>
          </a:prstGeom>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600"/>
              <a:buFont typeface="Fira Sans Extra Condensed SemiBold"/>
              <a:buNone/>
              <a:defRPr>
                <a:solidFill>
                  <a:schemeClr val="dk1"/>
                </a:solidFill>
                <a:latin typeface="Fira Sans Extra Condensed SemiBold"/>
                <a:ea typeface="Fira Sans Extra Condensed SemiBold"/>
                <a:cs typeface="Fira Sans Extra Condensed SemiBold"/>
                <a:sym typeface="Fira Sans Extra Condensed SemiBold"/>
              </a:defRPr>
            </a:lvl1pPr>
            <a:lvl2pPr lvl="1" algn="ctr">
              <a:spcBef>
                <a:spcPts val="0"/>
              </a:spcBef>
              <a:spcAft>
                <a:spcPts val="0"/>
              </a:spcAft>
              <a:buSzPts val="2600"/>
              <a:buFont typeface="Fira Sans Extra Condensed SemiBold"/>
              <a:buNone/>
              <a:defRPr>
                <a:latin typeface="Fira Sans Extra Condensed SemiBold"/>
                <a:ea typeface="Fira Sans Extra Condensed SemiBold"/>
                <a:cs typeface="Fira Sans Extra Condensed SemiBold"/>
                <a:sym typeface="Fira Sans Extra Condensed SemiBold"/>
              </a:defRPr>
            </a:lvl2pPr>
            <a:lvl3pPr lvl="2" algn="ctr">
              <a:spcBef>
                <a:spcPts val="0"/>
              </a:spcBef>
              <a:spcAft>
                <a:spcPts val="0"/>
              </a:spcAft>
              <a:buSzPts val="2600"/>
              <a:buFont typeface="Fira Sans Extra Condensed SemiBold"/>
              <a:buNone/>
              <a:defRPr>
                <a:latin typeface="Fira Sans Extra Condensed SemiBold"/>
                <a:ea typeface="Fira Sans Extra Condensed SemiBold"/>
                <a:cs typeface="Fira Sans Extra Condensed SemiBold"/>
                <a:sym typeface="Fira Sans Extra Condensed SemiBold"/>
              </a:defRPr>
            </a:lvl3pPr>
            <a:lvl4pPr lvl="3" algn="ctr">
              <a:spcBef>
                <a:spcPts val="0"/>
              </a:spcBef>
              <a:spcAft>
                <a:spcPts val="0"/>
              </a:spcAft>
              <a:buSzPts val="2600"/>
              <a:buFont typeface="Fira Sans Extra Condensed SemiBold"/>
              <a:buNone/>
              <a:defRPr>
                <a:latin typeface="Fira Sans Extra Condensed SemiBold"/>
                <a:ea typeface="Fira Sans Extra Condensed SemiBold"/>
                <a:cs typeface="Fira Sans Extra Condensed SemiBold"/>
                <a:sym typeface="Fira Sans Extra Condensed SemiBold"/>
              </a:defRPr>
            </a:lvl4pPr>
            <a:lvl5pPr lvl="4" algn="ctr">
              <a:spcBef>
                <a:spcPts val="0"/>
              </a:spcBef>
              <a:spcAft>
                <a:spcPts val="0"/>
              </a:spcAft>
              <a:buSzPts val="2600"/>
              <a:buFont typeface="Fira Sans Extra Condensed SemiBold"/>
              <a:buNone/>
              <a:defRPr>
                <a:latin typeface="Fira Sans Extra Condensed SemiBold"/>
                <a:ea typeface="Fira Sans Extra Condensed SemiBold"/>
                <a:cs typeface="Fira Sans Extra Condensed SemiBold"/>
                <a:sym typeface="Fira Sans Extra Condensed SemiBold"/>
              </a:defRPr>
            </a:lvl5pPr>
            <a:lvl6pPr lvl="5" algn="ctr">
              <a:spcBef>
                <a:spcPts val="0"/>
              </a:spcBef>
              <a:spcAft>
                <a:spcPts val="0"/>
              </a:spcAft>
              <a:buSzPts val="2600"/>
              <a:buFont typeface="Fira Sans Extra Condensed SemiBold"/>
              <a:buNone/>
              <a:defRPr>
                <a:latin typeface="Fira Sans Extra Condensed SemiBold"/>
                <a:ea typeface="Fira Sans Extra Condensed SemiBold"/>
                <a:cs typeface="Fira Sans Extra Condensed SemiBold"/>
                <a:sym typeface="Fira Sans Extra Condensed SemiBold"/>
              </a:defRPr>
            </a:lvl6pPr>
            <a:lvl7pPr lvl="6" algn="ctr">
              <a:spcBef>
                <a:spcPts val="0"/>
              </a:spcBef>
              <a:spcAft>
                <a:spcPts val="0"/>
              </a:spcAft>
              <a:buSzPts val="2600"/>
              <a:buFont typeface="Fira Sans Extra Condensed SemiBold"/>
              <a:buNone/>
              <a:defRPr>
                <a:latin typeface="Fira Sans Extra Condensed SemiBold"/>
                <a:ea typeface="Fira Sans Extra Condensed SemiBold"/>
                <a:cs typeface="Fira Sans Extra Condensed SemiBold"/>
                <a:sym typeface="Fira Sans Extra Condensed SemiBold"/>
              </a:defRPr>
            </a:lvl7pPr>
            <a:lvl8pPr lvl="7" algn="ctr">
              <a:spcBef>
                <a:spcPts val="0"/>
              </a:spcBef>
              <a:spcAft>
                <a:spcPts val="0"/>
              </a:spcAft>
              <a:buSzPts val="2600"/>
              <a:buFont typeface="Fira Sans Extra Condensed SemiBold"/>
              <a:buNone/>
              <a:defRPr>
                <a:latin typeface="Fira Sans Extra Condensed SemiBold"/>
                <a:ea typeface="Fira Sans Extra Condensed SemiBold"/>
                <a:cs typeface="Fira Sans Extra Condensed SemiBold"/>
                <a:sym typeface="Fira Sans Extra Condensed SemiBold"/>
              </a:defRPr>
            </a:lvl8pPr>
            <a:lvl9pPr lvl="8" algn="ctr">
              <a:spcBef>
                <a:spcPts val="0"/>
              </a:spcBef>
              <a:spcAft>
                <a:spcPts val="0"/>
              </a:spcAft>
              <a:buSzPts val="2600"/>
              <a:buFont typeface="Fira Sans Extra Condensed SemiBold"/>
              <a:buNone/>
              <a:defRPr>
                <a:latin typeface="Fira Sans Extra Condensed SemiBold"/>
                <a:ea typeface="Fira Sans Extra Condensed SemiBold"/>
                <a:cs typeface="Fira Sans Extra Condensed SemiBold"/>
                <a:sym typeface="Fira Sans Extra Condensed SemiBold"/>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457200" y="3774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457200" y="1398750"/>
            <a:ext cx="2808000" cy="33672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57200" y="377400"/>
            <a:ext cx="6400800" cy="43887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9"/>
          <p:cNvSpPr txBox="1">
            <a:spLocks noGrp="1"/>
          </p:cNvSpPr>
          <p:nvPr>
            <p:ph type="title"/>
          </p:nvPr>
        </p:nvSpPr>
        <p:spPr>
          <a:xfrm>
            <a:off x="457200" y="1023075"/>
            <a:ext cx="38370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0" name="Google Shape;30;p9"/>
          <p:cNvSpPr txBox="1">
            <a:spLocks noGrp="1"/>
          </p:cNvSpPr>
          <p:nvPr>
            <p:ph type="subTitle" idx="1"/>
          </p:nvPr>
        </p:nvSpPr>
        <p:spPr>
          <a:xfrm>
            <a:off x="473700" y="2803075"/>
            <a:ext cx="3837000" cy="12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 name="Google Shape;3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1600"/>
              </a:spcBef>
              <a:spcAft>
                <a:spcPts val="0"/>
              </a:spcAft>
              <a:buSzPts val="1200"/>
              <a:buChar char="○"/>
              <a:defRPr/>
            </a:lvl2pPr>
            <a:lvl3pPr marL="1371600" lvl="2" indent="-304800">
              <a:spcBef>
                <a:spcPts val="1600"/>
              </a:spcBef>
              <a:spcAft>
                <a:spcPts val="0"/>
              </a:spcAft>
              <a:buSzPts val="1200"/>
              <a:buChar char="■"/>
              <a:defRPr/>
            </a:lvl3pPr>
            <a:lvl4pPr marL="1828800" lvl="3" indent="-304800">
              <a:spcBef>
                <a:spcPts val="1600"/>
              </a:spcBef>
              <a:spcAft>
                <a:spcPts val="0"/>
              </a:spcAft>
              <a:buSzPts val="1200"/>
              <a:buChar char="●"/>
              <a:defRPr/>
            </a:lvl4pPr>
            <a:lvl5pPr marL="2286000" lvl="4" indent="-304800">
              <a:spcBef>
                <a:spcPts val="1600"/>
              </a:spcBef>
              <a:spcAft>
                <a:spcPts val="0"/>
              </a:spcAft>
              <a:buSzPts val="1200"/>
              <a:buChar char="○"/>
              <a:defRPr/>
            </a:lvl5pPr>
            <a:lvl6pPr marL="2743200" lvl="5" indent="-304800">
              <a:spcBef>
                <a:spcPts val="1600"/>
              </a:spcBef>
              <a:spcAft>
                <a:spcPts val="0"/>
              </a:spcAft>
              <a:buSzPts val="1200"/>
              <a:buChar char="■"/>
              <a:defRPr/>
            </a:lvl6pPr>
            <a:lvl7pPr marL="3200400" lvl="6" indent="-304800">
              <a:spcBef>
                <a:spcPts val="1600"/>
              </a:spcBef>
              <a:spcAft>
                <a:spcPts val="0"/>
              </a:spcAft>
              <a:buSzPts val="1200"/>
              <a:buChar char="●"/>
              <a:defRPr/>
            </a:lvl7pPr>
            <a:lvl8pPr marL="3657600" lvl="7" indent="-304800">
              <a:spcBef>
                <a:spcPts val="1600"/>
              </a:spcBef>
              <a:spcAft>
                <a:spcPts val="0"/>
              </a:spcAft>
              <a:buSzPts val="1200"/>
              <a:buChar char="○"/>
              <a:defRPr/>
            </a:lvl8pPr>
            <a:lvl9pPr marL="4114800" lvl="8" indent="-304800">
              <a:spcBef>
                <a:spcPts val="1600"/>
              </a:spcBef>
              <a:spcAft>
                <a:spcPts val="1600"/>
              </a:spcAft>
              <a:buSzPts val="12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2"/>
        <p:cNvGrpSpPr/>
        <p:nvPr/>
      </p:nvGrpSpPr>
      <p:grpSpPr>
        <a:xfrm>
          <a:off x="0" y="0"/>
          <a:ext cx="0" cy="0"/>
          <a:chOff x="0" y="0"/>
          <a:chExt cx="0" cy="0"/>
        </a:xfrm>
      </p:grpSpPr>
      <p:sp>
        <p:nvSpPr>
          <p:cNvPr id="33" name="Google Shape;33;p10"/>
          <p:cNvSpPr txBox="1">
            <a:spLocks noGrp="1"/>
          </p:cNvSpPr>
          <p:nvPr>
            <p:ph type="body" idx="1"/>
          </p:nvPr>
        </p:nvSpPr>
        <p:spPr>
          <a:xfrm>
            <a:off x="457200" y="4161000"/>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200"/>
              <a:buNone/>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4"/>
        <p:cNvGrpSpPr/>
        <p:nvPr/>
      </p:nvGrpSpPr>
      <p:grpSpPr>
        <a:xfrm>
          <a:off x="0" y="0"/>
          <a:ext cx="0" cy="0"/>
          <a:chOff x="0" y="0"/>
          <a:chExt cx="0" cy="0"/>
        </a:xfrm>
      </p:grpSpPr>
      <p:sp>
        <p:nvSpPr>
          <p:cNvPr id="35" name="Google Shape;35;p11"/>
          <p:cNvSpPr txBox="1">
            <a:spLocks noGrp="1"/>
          </p:cNvSpPr>
          <p:nvPr>
            <p:ph type="title" hasCustomPrompt="1"/>
          </p:nvPr>
        </p:nvSpPr>
        <p:spPr>
          <a:xfrm>
            <a:off x="457200" y="1106125"/>
            <a:ext cx="8229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a:spLocks noGrp="1"/>
          </p:cNvSpPr>
          <p:nvPr>
            <p:ph type="body" idx="1"/>
          </p:nvPr>
        </p:nvSpPr>
        <p:spPr>
          <a:xfrm>
            <a:off x="457200" y="3152225"/>
            <a:ext cx="8229600" cy="1300800"/>
          </a:xfrm>
          <a:prstGeom prst="rect">
            <a:avLst/>
          </a:prstGeom>
        </p:spPr>
        <p:txBody>
          <a:bodyPr spcFirstLastPara="1" wrap="square" lIns="91425" tIns="91425" rIns="91425" bIns="91425" anchor="ctr" anchorCtr="0">
            <a:noAutofit/>
          </a:bodyPr>
          <a:lstStyle>
            <a:lvl1pPr marL="457200" lvl="0" indent="-304800" algn="ctr">
              <a:spcBef>
                <a:spcPts val="0"/>
              </a:spcBef>
              <a:spcAft>
                <a:spcPts val="0"/>
              </a:spcAft>
              <a:buSzPts val="1200"/>
              <a:buChar char="●"/>
              <a:defRPr/>
            </a:lvl1pPr>
            <a:lvl2pPr marL="914400" lvl="1" indent="-304800" algn="ctr">
              <a:spcBef>
                <a:spcPts val="1600"/>
              </a:spcBef>
              <a:spcAft>
                <a:spcPts val="0"/>
              </a:spcAft>
              <a:buSzPts val="1200"/>
              <a:buChar char="○"/>
              <a:defRPr/>
            </a:lvl2pPr>
            <a:lvl3pPr marL="1371600" lvl="2" indent="-304800" algn="ctr">
              <a:spcBef>
                <a:spcPts val="1600"/>
              </a:spcBef>
              <a:spcAft>
                <a:spcPts val="0"/>
              </a:spcAft>
              <a:buSzPts val="1200"/>
              <a:buChar char="■"/>
              <a:defRPr/>
            </a:lvl3pPr>
            <a:lvl4pPr marL="1828800" lvl="3" indent="-304800" algn="ctr">
              <a:spcBef>
                <a:spcPts val="1600"/>
              </a:spcBef>
              <a:spcAft>
                <a:spcPts val="0"/>
              </a:spcAft>
              <a:buSzPts val="1200"/>
              <a:buChar char="●"/>
              <a:defRPr/>
            </a:lvl4pPr>
            <a:lvl5pPr marL="2286000" lvl="4" indent="-304800" algn="ctr">
              <a:spcBef>
                <a:spcPts val="1600"/>
              </a:spcBef>
              <a:spcAft>
                <a:spcPts val="0"/>
              </a:spcAft>
              <a:buSzPts val="1200"/>
              <a:buChar char="○"/>
              <a:defRPr/>
            </a:lvl5pPr>
            <a:lvl6pPr marL="2743200" lvl="5" indent="-304800" algn="ctr">
              <a:spcBef>
                <a:spcPts val="1600"/>
              </a:spcBef>
              <a:spcAft>
                <a:spcPts val="0"/>
              </a:spcAft>
              <a:buSzPts val="1200"/>
              <a:buChar char="■"/>
              <a:defRPr/>
            </a:lvl6pPr>
            <a:lvl7pPr marL="3200400" lvl="6" indent="-304800" algn="ctr">
              <a:spcBef>
                <a:spcPts val="1600"/>
              </a:spcBef>
              <a:spcAft>
                <a:spcPts val="0"/>
              </a:spcAft>
              <a:buSzPts val="1200"/>
              <a:buChar char="●"/>
              <a:defRPr/>
            </a:lvl7pPr>
            <a:lvl8pPr marL="3657600" lvl="7" indent="-304800" algn="ctr">
              <a:spcBef>
                <a:spcPts val="1600"/>
              </a:spcBef>
              <a:spcAft>
                <a:spcPts val="0"/>
              </a:spcAft>
              <a:buSzPts val="1200"/>
              <a:buChar char="○"/>
              <a:defRPr/>
            </a:lvl8pPr>
            <a:lvl9pPr marL="4114800" lvl="8" indent="-304800" algn="ctr">
              <a:spcBef>
                <a:spcPts val="1600"/>
              </a:spcBef>
              <a:spcAft>
                <a:spcPts val="1600"/>
              </a:spcAft>
              <a:buSzPts val="12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1475" y="301200"/>
            <a:ext cx="83208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600"/>
              <a:buFont typeface="Fira Sans Extra Condensed SemiBold"/>
              <a:buNone/>
              <a:defRPr sz="2600">
                <a:solidFill>
                  <a:schemeClr val="dk1"/>
                </a:solidFill>
                <a:latin typeface="Fira Sans Extra Condensed SemiBold"/>
                <a:ea typeface="Fira Sans Extra Condensed SemiBold"/>
                <a:cs typeface="Fira Sans Extra Condensed SemiBold"/>
                <a:sym typeface="Fira Sans Extra Condensed SemiBold"/>
              </a:defRPr>
            </a:lvl1pPr>
            <a:lvl2pPr lvl="1" algn="ctr">
              <a:lnSpc>
                <a:spcPct val="100000"/>
              </a:lnSpc>
              <a:spcBef>
                <a:spcPts val="0"/>
              </a:spcBef>
              <a:spcAft>
                <a:spcPts val="0"/>
              </a:spcAft>
              <a:buClr>
                <a:schemeClr val="dk1"/>
              </a:buClr>
              <a:buSzPts val="2600"/>
              <a:buFont typeface="Fira Sans Extra Condensed Medium"/>
              <a:buNone/>
              <a:defRPr sz="2600">
                <a:solidFill>
                  <a:schemeClr val="dk1"/>
                </a:solidFill>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Clr>
                <a:schemeClr val="dk1"/>
              </a:buClr>
              <a:buSzPts val="2600"/>
              <a:buFont typeface="Fira Sans Extra Condensed Medium"/>
              <a:buNone/>
              <a:defRPr sz="2600">
                <a:solidFill>
                  <a:schemeClr val="dk1"/>
                </a:solidFill>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Clr>
                <a:schemeClr val="dk1"/>
              </a:buClr>
              <a:buSzPts val="2600"/>
              <a:buFont typeface="Fira Sans Extra Condensed Medium"/>
              <a:buNone/>
              <a:defRPr sz="2600">
                <a:solidFill>
                  <a:schemeClr val="dk1"/>
                </a:solidFill>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Clr>
                <a:schemeClr val="dk1"/>
              </a:buClr>
              <a:buSzPts val="2600"/>
              <a:buFont typeface="Fira Sans Extra Condensed Medium"/>
              <a:buNone/>
              <a:defRPr sz="2600">
                <a:solidFill>
                  <a:schemeClr val="dk1"/>
                </a:solidFill>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Clr>
                <a:schemeClr val="dk1"/>
              </a:buClr>
              <a:buSzPts val="2600"/>
              <a:buFont typeface="Fira Sans Extra Condensed Medium"/>
              <a:buNone/>
              <a:defRPr sz="2600">
                <a:solidFill>
                  <a:schemeClr val="dk1"/>
                </a:solidFill>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Clr>
                <a:schemeClr val="dk1"/>
              </a:buClr>
              <a:buSzPts val="2600"/>
              <a:buFont typeface="Fira Sans Extra Condensed Medium"/>
              <a:buNone/>
              <a:defRPr sz="2600">
                <a:solidFill>
                  <a:schemeClr val="dk1"/>
                </a:solidFill>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Clr>
                <a:schemeClr val="dk1"/>
              </a:buClr>
              <a:buSzPts val="2600"/>
              <a:buFont typeface="Fira Sans Extra Condensed Medium"/>
              <a:buNone/>
              <a:defRPr sz="2600">
                <a:solidFill>
                  <a:schemeClr val="dk1"/>
                </a:solidFill>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Clr>
                <a:schemeClr val="dk1"/>
              </a:buClr>
              <a:buSzPts val="2600"/>
              <a:buFont typeface="Fira Sans Extra Condensed Medium"/>
              <a:buNone/>
              <a:defRPr sz="2600">
                <a:solidFill>
                  <a:schemeClr val="dk1"/>
                </a:solidFill>
                <a:latin typeface="Fira Sans Extra Condensed Medium"/>
                <a:ea typeface="Fira Sans Extra Condensed Medium"/>
                <a:cs typeface="Fira Sans Extra Condensed Medium"/>
                <a:sym typeface="Fira Sans Extra Condensed Medium"/>
              </a:defRPr>
            </a:lvl9pPr>
          </a:lstStyle>
          <a:p>
            <a:endParaRPr/>
          </a:p>
        </p:txBody>
      </p:sp>
      <p:sp>
        <p:nvSpPr>
          <p:cNvPr id="7" name="Google Shape;7;p1"/>
          <p:cNvSpPr txBox="1">
            <a:spLocks noGrp="1"/>
          </p:cNvSpPr>
          <p:nvPr>
            <p:ph type="body" idx="1"/>
          </p:nvPr>
        </p:nvSpPr>
        <p:spPr>
          <a:xfrm>
            <a:off x="411475" y="1397625"/>
            <a:ext cx="8320800" cy="3368400"/>
          </a:xfrm>
          <a:prstGeom prst="rect">
            <a:avLst/>
          </a:prstGeom>
          <a:noFill/>
          <a:ln>
            <a:noFill/>
          </a:ln>
        </p:spPr>
        <p:txBody>
          <a:bodyPr spcFirstLastPara="1" wrap="square" lIns="91425" tIns="91425" rIns="91425" bIns="91425" anchor="ctr" anchorCtr="0">
            <a:noAutofit/>
          </a:bodyPr>
          <a:lstStyle>
            <a:lvl1pPr marL="457200" lvl="0"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00000"/>
              </a:lnSpc>
              <a:spcBef>
                <a:spcPts val="160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00000"/>
              </a:lnSpc>
              <a:spcBef>
                <a:spcPts val="160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00000"/>
              </a:lnSpc>
              <a:spcBef>
                <a:spcPts val="160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00000"/>
              </a:lnSpc>
              <a:spcBef>
                <a:spcPts val="160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00000"/>
              </a:lnSpc>
              <a:spcBef>
                <a:spcPts val="160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00000"/>
              </a:lnSpc>
              <a:spcBef>
                <a:spcPts val="160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00000"/>
              </a:lnSpc>
              <a:spcBef>
                <a:spcPts val="160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00000"/>
              </a:lnSpc>
              <a:spcBef>
                <a:spcPts val="1600"/>
              </a:spcBef>
              <a:spcAft>
                <a:spcPts val="160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13"/>
          <p:cNvSpPr txBox="1">
            <a:spLocks noGrp="1"/>
          </p:cNvSpPr>
          <p:nvPr>
            <p:ph type="ctrTitle"/>
          </p:nvPr>
        </p:nvSpPr>
        <p:spPr>
          <a:xfrm flipH="1">
            <a:off x="4473525" y="1235400"/>
            <a:ext cx="3812400" cy="2475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My wallet Application</a:t>
            </a:r>
            <a:endParaRPr/>
          </a:p>
        </p:txBody>
      </p:sp>
      <p:grpSp>
        <p:nvGrpSpPr>
          <p:cNvPr id="43" name="Google Shape;43;p13"/>
          <p:cNvGrpSpPr/>
          <p:nvPr/>
        </p:nvGrpSpPr>
        <p:grpSpPr>
          <a:xfrm>
            <a:off x="876306" y="411622"/>
            <a:ext cx="2504927" cy="5894074"/>
            <a:chOff x="876306" y="411622"/>
            <a:chExt cx="2504927" cy="5894074"/>
          </a:xfrm>
        </p:grpSpPr>
        <p:grpSp>
          <p:nvGrpSpPr>
            <p:cNvPr id="44" name="Google Shape;44;p13"/>
            <p:cNvGrpSpPr/>
            <p:nvPr/>
          </p:nvGrpSpPr>
          <p:grpSpPr>
            <a:xfrm>
              <a:off x="1450547" y="411622"/>
              <a:ext cx="1930686" cy="4320163"/>
              <a:chOff x="1450547" y="411622"/>
              <a:chExt cx="1930686" cy="4320163"/>
            </a:xfrm>
          </p:grpSpPr>
          <p:sp>
            <p:nvSpPr>
              <p:cNvPr id="45" name="Google Shape;45;p13"/>
              <p:cNvSpPr/>
              <p:nvPr/>
            </p:nvSpPr>
            <p:spPr>
              <a:xfrm>
                <a:off x="1450547" y="1011349"/>
                <a:ext cx="1930686" cy="3720435"/>
              </a:xfrm>
              <a:custGeom>
                <a:avLst/>
                <a:gdLst/>
                <a:ahLst/>
                <a:cxnLst/>
                <a:rect l="l" t="t" r="r" b="b"/>
                <a:pathLst>
                  <a:path w="46762" h="90105" extrusionOk="0">
                    <a:moveTo>
                      <a:pt x="6431" y="0"/>
                    </a:moveTo>
                    <a:cubicBezTo>
                      <a:pt x="2890" y="0"/>
                      <a:pt x="1" y="2849"/>
                      <a:pt x="1" y="6431"/>
                    </a:cubicBezTo>
                    <a:lnTo>
                      <a:pt x="1" y="83674"/>
                    </a:lnTo>
                    <a:cubicBezTo>
                      <a:pt x="1" y="87215"/>
                      <a:pt x="2890" y="90104"/>
                      <a:pt x="6431" y="90104"/>
                    </a:cubicBezTo>
                    <a:lnTo>
                      <a:pt x="40332" y="90104"/>
                    </a:lnTo>
                    <a:cubicBezTo>
                      <a:pt x="43913" y="90104"/>
                      <a:pt x="46762" y="87215"/>
                      <a:pt x="46762" y="83674"/>
                    </a:cubicBezTo>
                    <a:lnTo>
                      <a:pt x="46762" y="6431"/>
                    </a:lnTo>
                    <a:cubicBezTo>
                      <a:pt x="46762" y="2849"/>
                      <a:pt x="43913" y="0"/>
                      <a:pt x="403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3"/>
              <p:cNvSpPr/>
              <p:nvPr/>
            </p:nvSpPr>
            <p:spPr>
              <a:xfrm>
                <a:off x="1568173" y="1418004"/>
                <a:ext cx="1695430" cy="2957520"/>
              </a:xfrm>
              <a:custGeom>
                <a:avLst/>
                <a:gdLst/>
                <a:ahLst/>
                <a:cxnLst/>
                <a:rect l="l" t="t" r="r" b="b"/>
                <a:pathLst>
                  <a:path w="41064" h="71628" extrusionOk="0">
                    <a:moveTo>
                      <a:pt x="977" y="0"/>
                    </a:moveTo>
                    <a:cubicBezTo>
                      <a:pt x="448" y="0"/>
                      <a:pt x="1" y="407"/>
                      <a:pt x="1" y="936"/>
                    </a:cubicBezTo>
                    <a:lnTo>
                      <a:pt x="1" y="70650"/>
                    </a:lnTo>
                    <a:cubicBezTo>
                      <a:pt x="1" y="71180"/>
                      <a:pt x="448" y="71627"/>
                      <a:pt x="977" y="71627"/>
                    </a:cubicBezTo>
                    <a:lnTo>
                      <a:pt x="40087" y="71627"/>
                    </a:lnTo>
                    <a:cubicBezTo>
                      <a:pt x="40616" y="71627"/>
                      <a:pt x="41064" y="71180"/>
                      <a:pt x="41064" y="70650"/>
                    </a:cubicBezTo>
                    <a:lnTo>
                      <a:pt x="41064" y="936"/>
                    </a:lnTo>
                    <a:cubicBezTo>
                      <a:pt x="41064" y="407"/>
                      <a:pt x="40616" y="0"/>
                      <a:pt x="400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3"/>
              <p:cNvSpPr/>
              <p:nvPr/>
            </p:nvSpPr>
            <p:spPr>
              <a:xfrm>
                <a:off x="1791636" y="3173942"/>
                <a:ext cx="1248493" cy="640284"/>
              </a:xfrm>
              <a:custGeom>
                <a:avLst/>
                <a:gdLst/>
                <a:ahLst/>
                <a:cxnLst/>
                <a:rect l="l" t="t" r="r" b="b"/>
                <a:pathLst>
                  <a:path w="30239" h="15507" extrusionOk="0">
                    <a:moveTo>
                      <a:pt x="1181" y="1"/>
                    </a:moveTo>
                    <a:cubicBezTo>
                      <a:pt x="529" y="1"/>
                      <a:pt x="0" y="530"/>
                      <a:pt x="0" y="1181"/>
                    </a:cubicBezTo>
                    <a:lnTo>
                      <a:pt x="0" y="14326"/>
                    </a:lnTo>
                    <a:cubicBezTo>
                      <a:pt x="0" y="14977"/>
                      <a:pt x="529" y="15506"/>
                      <a:pt x="1181" y="15506"/>
                    </a:cubicBezTo>
                    <a:lnTo>
                      <a:pt x="29058" y="15506"/>
                    </a:lnTo>
                    <a:cubicBezTo>
                      <a:pt x="29709" y="15506"/>
                      <a:pt x="30238" y="14977"/>
                      <a:pt x="30238" y="14326"/>
                    </a:cubicBezTo>
                    <a:lnTo>
                      <a:pt x="30238" y="1181"/>
                    </a:lnTo>
                    <a:cubicBezTo>
                      <a:pt x="30238" y="530"/>
                      <a:pt x="29709" y="1"/>
                      <a:pt x="2905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 name="Google Shape;48;p13"/>
              <p:cNvGrpSpPr/>
              <p:nvPr/>
            </p:nvGrpSpPr>
            <p:grpSpPr>
              <a:xfrm>
                <a:off x="1674159" y="1831423"/>
                <a:ext cx="1483713" cy="952808"/>
                <a:chOff x="2805798" y="1744892"/>
                <a:chExt cx="845035" cy="542632"/>
              </a:xfrm>
            </p:grpSpPr>
            <p:sp>
              <p:nvSpPr>
                <p:cNvPr id="49" name="Google Shape;49;p13"/>
                <p:cNvSpPr/>
                <p:nvPr/>
              </p:nvSpPr>
              <p:spPr>
                <a:xfrm>
                  <a:off x="2805798" y="1744892"/>
                  <a:ext cx="845035" cy="542632"/>
                </a:xfrm>
                <a:custGeom>
                  <a:avLst/>
                  <a:gdLst/>
                  <a:ahLst/>
                  <a:cxnLst/>
                  <a:rect l="l" t="t" r="r" b="b"/>
                  <a:pathLst>
                    <a:path w="35936" h="23076" extrusionOk="0">
                      <a:moveTo>
                        <a:pt x="1547" y="1"/>
                      </a:moveTo>
                      <a:cubicBezTo>
                        <a:pt x="692" y="1"/>
                        <a:pt x="0" y="692"/>
                        <a:pt x="0" y="1506"/>
                      </a:cubicBezTo>
                      <a:lnTo>
                        <a:pt x="0" y="21570"/>
                      </a:lnTo>
                      <a:cubicBezTo>
                        <a:pt x="0" y="22425"/>
                        <a:pt x="692" y="23076"/>
                        <a:pt x="1547" y="23076"/>
                      </a:cubicBezTo>
                      <a:lnTo>
                        <a:pt x="34430" y="23076"/>
                      </a:lnTo>
                      <a:cubicBezTo>
                        <a:pt x="35244" y="23076"/>
                        <a:pt x="35936" y="22425"/>
                        <a:pt x="35936" y="21570"/>
                      </a:cubicBezTo>
                      <a:lnTo>
                        <a:pt x="35936" y="1506"/>
                      </a:lnTo>
                      <a:cubicBezTo>
                        <a:pt x="35936" y="692"/>
                        <a:pt x="35244" y="1"/>
                        <a:pt x="34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3"/>
                <p:cNvSpPr/>
                <p:nvPr/>
              </p:nvSpPr>
              <p:spPr>
                <a:xfrm>
                  <a:off x="2805817" y="1835800"/>
                  <a:ext cx="844997" cy="100527"/>
                </a:xfrm>
                <a:custGeom>
                  <a:avLst/>
                  <a:gdLst/>
                  <a:ahLst/>
                  <a:cxnLst/>
                  <a:rect l="l" t="t" r="r" b="b"/>
                  <a:pathLst>
                    <a:path w="36791" h="4275" extrusionOk="0">
                      <a:moveTo>
                        <a:pt x="0" y="1"/>
                      </a:moveTo>
                      <a:lnTo>
                        <a:pt x="0" y="4274"/>
                      </a:lnTo>
                      <a:lnTo>
                        <a:pt x="36791" y="4274"/>
                      </a:lnTo>
                      <a:lnTo>
                        <a:pt x="367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3"/>
                <p:cNvSpPr/>
                <p:nvPr/>
              </p:nvSpPr>
              <p:spPr>
                <a:xfrm>
                  <a:off x="2848866" y="1989895"/>
                  <a:ext cx="758900" cy="99539"/>
                </a:xfrm>
                <a:custGeom>
                  <a:avLst/>
                  <a:gdLst/>
                  <a:ahLst/>
                  <a:cxnLst/>
                  <a:rect l="l" t="t" r="r" b="b"/>
                  <a:pathLst>
                    <a:path w="32273" h="4233" extrusionOk="0">
                      <a:moveTo>
                        <a:pt x="0" y="0"/>
                      </a:moveTo>
                      <a:lnTo>
                        <a:pt x="0" y="4233"/>
                      </a:lnTo>
                      <a:lnTo>
                        <a:pt x="32273" y="4233"/>
                      </a:lnTo>
                      <a:lnTo>
                        <a:pt x="32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13"/>
              <p:cNvSpPr/>
              <p:nvPr/>
            </p:nvSpPr>
            <p:spPr>
              <a:xfrm>
                <a:off x="1613209" y="1219588"/>
                <a:ext cx="1605348" cy="105232"/>
              </a:xfrm>
              <a:custGeom>
                <a:avLst/>
                <a:gdLst/>
                <a:ahLst/>
                <a:cxnLst/>
                <a:rect l="l" t="t" r="r" b="b"/>
                <a:pathLst>
                  <a:path w="42855" h="2809" extrusionOk="0">
                    <a:moveTo>
                      <a:pt x="1" y="1"/>
                    </a:moveTo>
                    <a:lnTo>
                      <a:pt x="1" y="2809"/>
                    </a:lnTo>
                    <a:lnTo>
                      <a:pt x="42855" y="2809"/>
                    </a:lnTo>
                    <a:lnTo>
                      <a:pt x="42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 name="Google Shape;53;p13"/>
              <p:cNvGrpSpPr/>
              <p:nvPr/>
            </p:nvGrpSpPr>
            <p:grpSpPr>
              <a:xfrm>
                <a:off x="1689567" y="411622"/>
                <a:ext cx="1452897" cy="878194"/>
                <a:chOff x="2810741" y="936303"/>
                <a:chExt cx="827484" cy="500139"/>
              </a:xfrm>
            </p:grpSpPr>
            <p:sp>
              <p:nvSpPr>
                <p:cNvPr id="54" name="Google Shape;54;p13"/>
                <p:cNvSpPr/>
                <p:nvPr/>
              </p:nvSpPr>
              <p:spPr>
                <a:xfrm>
                  <a:off x="2810741" y="936303"/>
                  <a:ext cx="827484" cy="500139"/>
                </a:xfrm>
                <a:custGeom>
                  <a:avLst/>
                  <a:gdLst/>
                  <a:ahLst/>
                  <a:cxnLst/>
                  <a:rect l="l" t="t" r="r" b="b"/>
                  <a:pathLst>
                    <a:path w="38785" h="23442" extrusionOk="0">
                      <a:moveTo>
                        <a:pt x="896" y="0"/>
                      </a:moveTo>
                      <a:cubicBezTo>
                        <a:pt x="407" y="0"/>
                        <a:pt x="0" y="366"/>
                        <a:pt x="0" y="855"/>
                      </a:cubicBezTo>
                      <a:lnTo>
                        <a:pt x="0" y="22587"/>
                      </a:lnTo>
                      <a:cubicBezTo>
                        <a:pt x="0" y="23075"/>
                        <a:pt x="407" y="23442"/>
                        <a:pt x="896" y="23442"/>
                      </a:cubicBezTo>
                      <a:lnTo>
                        <a:pt x="37930" y="23442"/>
                      </a:lnTo>
                      <a:cubicBezTo>
                        <a:pt x="38419" y="23442"/>
                        <a:pt x="38785" y="23075"/>
                        <a:pt x="38785" y="22587"/>
                      </a:cubicBezTo>
                      <a:lnTo>
                        <a:pt x="38785" y="855"/>
                      </a:lnTo>
                      <a:cubicBezTo>
                        <a:pt x="38785" y="366"/>
                        <a:pt x="38419" y="0"/>
                        <a:pt x="379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3"/>
                <p:cNvSpPr/>
                <p:nvPr/>
              </p:nvSpPr>
              <p:spPr>
                <a:xfrm>
                  <a:off x="2863694" y="1085628"/>
                  <a:ext cx="562672" cy="21741"/>
                </a:xfrm>
                <a:custGeom>
                  <a:avLst/>
                  <a:gdLst/>
                  <a:ahLst/>
                  <a:cxnLst/>
                  <a:rect l="l" t="t" r="r" b="b"/>
                  <a:pathLst>
                    <a:path w="26373" h="1019" extrusionOk="0">
                      <a:moveTo>
                        <a:pt x="408" y="1"/>
                      </a:moveTo>
                      <a:cubicBezTo>
                        <a:pt x="204" y="1"/>
                        <a:pt x="1" y="204"/>
                        <a:pt x="1" y="408"/>
                      </a:cubicBezTo>
                      <a:lnTo>
                        <a:pt x="1" y="611"/>
                      </a:lnTo>
                      <a:cubicBezTo>
                        <a:pt x="1" y="815"/>
                        <a:pt x="204" y="1018"/>
                        <a:pt x="408" y="1018"/>
                      </a:cubicBezTo>
                      <a:lnTo>
                        <a:pt x="25966" y="1018"/>
                      </a:lnTo>
                      <a:cubicBezTo>
                        <a:pt x="26210" y="1018"/>
                        <a:pt x="26373" y="815"/>
                        <a:pt x="26373" y="611"/>
                      </a:cubicBezTo>
                      <a:lnTo>
                        <a:pt x="26373" y="408"/>
                      </a:lnTo>
                      <a:cubicBezTo>
                        <a:pt x="26373" y="204"/>
                        <a:pt x="26210" y="1"/>
                        <a:pt x="259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3"/>
                <p:cNvSpPr/>
                <p:nvPr/>
              </p:nvSpPr>
              <p:spPr>
                <a:xfrm>
                  <a:off x="2863694" y="1136875"/>
                  <a:ext cx="327367" cy="27800"/>
                </a:xfrm>
                <a:custGeom>
                  <a:avLst/>
                  <a:gdLst/>
                  <a:ahLst/>
                  <a:cxnLst/>
                  <a:rect l="l" t="t" r="r" b="b"/>
                  <a:pathLst>
                    <a:path w="15344" h="1303" extrusionOk="0">
                      <a:moveTo>
                        <a:pt x="408" y="0"/>
                      </a:moveTo>
                      <a:cubicBezTo>
                        <a:pt x="204" y="0"/>
                        <a:pt x="1" y="204"/>
                        <a:pt x="1" y="407"/>
                      </a:cubicBezTo>
                      <a:lnTo>
                        <a:pt x="1" y="895"/>
                      </a:lnTo>
                      <a:cubicBezTo>
                        <a:pt x="1" y="1099"/>
                        <a:pt x="204" y="1302"/>
                        <a:pt x="408" y="1302"/>
                      </a:cubicBezTo>
                      <a:lnTo>
                        <a:pt x="14937" y="1302"/>
                      </a:lnTo>
                      <a:cubicBezTo>
                        <a:pt x="15181" y="1302"/>
                        <a:pt x="15344" y="1099"/>
                        <a:pt x="15344" y="895"/>
                      </a:cubicBezTo>
                      <a:lnTo>
                        <a:pt x="15344" y="407"/>
                      </a:lnTo>
                      <a:cubicBezTo>
                        <a:pt x="15344" y="204"/>
                        <a:pt x="15181" y="0"/>
                        <a:pt x="1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3"/>
                <p:cNvSpPr/>
                <p:nvPr/>
              </p:nvSpPr>
              <p:spPr>
                <a:xfrm>
                  <a:off x="2863694" y="1192431"/>
                  <a:ext cx="510572" cy="26072"/>
                </a:xfrm>
                <a:custGeom>
                  <a:avLst/>
                  <a:gdLst/>
                  <a:ahLst/>
                  <a:cxnLst/>
                  <a:rect l="l" t="t" r="r" b="b"/>
                  <a:pathLst>
                    <a:path w="23931" h="1222" extrusionOk="0">
                      <a:moveTo>
                        <a:pt x="408" y="1"/>
                      </a:moveTo>
                      <a:cubicBezTo>
                        <a:pt x="204" y="1"/>
                        <a:pt x="1" y="163"/>
                        <a:pt x="1" y="408"/>
                      </a:cubicBezTo>
                      <a:lnTo>
                        <a:pt x="1" y="815"/>
                      </a:lnTo>
                      <a:cubicBezTo>
                        <a:pt x="1" y="1018"/>
                        <a:pt x="204" y="1222"/>
                        <a:pt x="408" y="1222"/>
                      </a:cubicBezTo>
                      <a:lnTo>
                        <a:pt x="23524" y="1222"/>
                      </a:lnTo>
                      <a:cubicBezTo>
                        <a:pt x="23727" y="1222"/>
                        <a:pt x="23931" y="1018"/>
                        <a:pt x="23931" y="815"/>
                      </a:cubicBezTo>
                      <a:lnTo>
                        <a:pt x="23931" y="408"/>
                      </a:lnTo>
                      <a:cubicBezTo>
                        <a:pt x="23931" y="163"/>
                        <a:pt x="23727" y="1"/>
                        <a:pt x="23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3"/>
                <p:cNvSpPr/>
                <p:nvPr/>
              </p:nvSpPr>
              <p:spPr>
                <a:xfrm>
                  <a:off x="2863694" y="1264502"/>
                  <a:ext cx="494080" cy="17388"/>
                </a:xfrm>
                <a:custGeom>
                  <a:avLst/>
                  <a:gdLst/>
                  <a:ahLst/>
                  <a:cxnLst/>
                  <a:rect l="l" t="t" r="r" b="b"/>
                  <a:pathLst>
                    <a:path w="23158" h="815" extrusionOk="0">
                      <a:moveTo>
                        <a:pt x="449" y="1"/>
                      </a:moveTo>
                      <a:cubicBezTo>
                        <a:pt x="204" y="1"/>
                        <a:pt x="1" y="204"/>
                        <a:pt x="42" y="408"/>
                      </a:cubicBezTo>
                      <a:cubicBezTo>
                        <a:pt x="42" y="652"/>
                        <a:pt x="204" y="814"/>
                        <a:pt x="449" y="814"/>
                      </a:cubicBezTo>
                      <a:lnTo>
                        <a:pt x="22751" y="814"/>
                      </a:lnTo>
                      <a:cubicBezTo>
                        <a:pt x="22995" y="814"/>
                        <a:pt x="23158" y="652"/>
                        <a:pt x="23158" y="408"/>
                      </a:cubicBezTo>
                      <a:cubicBezTo>
                        <a:pt x="23158" y="204"/>
                        <a:pt x="22995" y="1"/>
                        <a:pt x="22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p:nvPr/>
              </p:nvSpPr>
              <p:spPr>
                <a:xfrm>
                  <a:off x="2863694" y="1311396"/>
                  <a:ext cx="327367" cy="22594"/>
                </a:xfrm>
                <a:custGeom>
                  <a:avLst/>
                  <a:gdLst/>
                  <a:ahLst/>
                  <a:cxnLst/>
                  <a:rect l="l" t="t" r="r" b="b"/>
                  <a:pathLst>
                    <a:path w="15344" h="1059" extrusionOk="0">
                      <a:moveTo>
                        <a:pt x="408" y="0"/>
                      </a:moveTo>
                      <a:cubicBezTo>
                        <a:pt x="204" y="0"/>
                        <a:pt x="1" y="204"/>
                        <a:pt x="1" y="407"/>
                      </a:cubicBezTo>
                      <a:lnTo>
                        <a:pt x="1" y="651"/>
                      </a:lnTo>
                      <a:cubicBezTo>
                        <a:pt x="1" y="896"/>
                        <a:pt x="204" y="1058"/>
                        <a:pt x="408" y="1058"/>
                      </a:cubicBezTo>
                      <a:lnTo>
                        <a:pt x="14937" y="1058"/>
                      </a:lnTo>
                      <a:cubicBezTo>
                        <a:pt x="15181" y="1058"/>
                        <a:pt x="15344" y="896"/>
                        <a:pt x="15344" y="651"/>
                      </a:cubicBezTo>
                      <a:lnTo>
                        <a:pt x="15344" y="407"/>
                      </a:lnTo>
                      <a:cubicBezTo>
                        <a:pt x="15344" y="204"/>
                        <a:pt x="15181" y="0"/>
                        <a:pt x="1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p:nvPr/>
              </p:nvSpPr>
              <p:spPr>
                <a:xfrm>
                  <a:off x="2864569" y="1374783"/>
                  <a:ext cx="375990" cy="17388"/>
                </a:xfrm>
                <a:custGeom>
                  <a:avLst/>
                  <a:gdLst/>
                  <a:ahLst/>
                  <a:cxnLst/>
                  <a:rect l="l" t="t" r="r" b="b"/>
                  <a:pathLst>
                    <a:path w="17623" h="815" extrusionOk="0">
                      <a:moveTo>
                        <a:pt x="408" y="0"/>
                      </a:moveTo>
                      <a:cubicBezTo>
                        <a:pt x="163" y="0"/>
                        <a:pt x="1" y="163"/>
                        <a:pt x="1" y="407"/>
                      </a:cubicBezTo>
                      <a:cubicBezTo>
                        <a:pt x="1" y="651"/>
                        <a:pt x="163" y="814"/>
                        <a:pt x="408" y="814"/>
                      </a:cubicBezTo>
                      <a:lnTo>
                        <a:pt x="17216" y="814"/>
                      </a:lnTo>
                      <a:cubicBezTo>
                        <a:pt x="17460" y="814"/>
                        <a:pt x="17623" y="651"/>
                        <a:pt x="17623" y="407"/>
                      </a:cubicBezTo>
                      <a:cubicBezTo>
                        <a:pt x="17623" y="163"/>
                        <a:pt x="17460" y="0"/>
                        <a:pt x="17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3"/>
                <p:cNvSpPr/>
                <p:nvPr/>
              </p:nvSpPr>
              <p:spPr>
                <a:xfrm>
                  <a:off x="3502768" y="1102141"/>
                  <a:ext cx="105950" cy="15639"/>
                </a:xfrm>
                <a:custGeom>
                  <a:avLst/>
                  <a:gdLst/>
                  <a:ahLst/>
                  <a:cxnLst/>
                  <a:rect l="l" t="t" r="r" b="b"/>
                  <a:pathLst>
                    <a:path w="4966" h="733" extrusionOk="0">
                      <a:moveTo>
                        <a:pt x="0" y="0"/>
                      </a:moveTo>
                      <a:lnTo>
                        <a:pt x="0" y="733"/>
                      </a:lnTo>
                      <a:lnTo>
                        <a:pt x="4965" y="73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3"/>
                <p:cNvSpPr/>
                <p:nvPr/>
              </p:nvSpPr>
              <p:spPr>
                <a:xfrm>
                  <a:off x="3502768" y="1141206"/>
                  <a:ext cx="105950" cy="15660"/>
                </a:xfrm>
                <a:custGeom>
                  <a:avLst/>
                  <a:gdLst/>
                  <a:ahLst/>
                  <a:cxnLst/>
                  <a:rect l="l" t="t" r="r" b="b"/>
                  <a:pathLst>
                    <a:path w="4966" h="734" extrusionOk="0">
                      <a:moveTo>
                        <a:pt x="0" y="1"/>
                      </a:moveTo>
                      <a:lnTo>
                        <a:pt x="0" y="733"/>
                      </a:lnTo>
                      <a:lnTo>
                        <a:pt x="4965" y="733"/>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3"/>
                <p:cNvSpPr/>
                <p:nvPr/>
              </p:nvSpPr>
              <p:spPr>
                <a:xfrm>
                  <a:off x="3502768" y="1180270"/>
                  <a:ext cx="105950" cy="16535"/>
                </a:xfrm>
                <a:custGeom>
                  <a:avLst/>
                  <a:gdLst/>
                  <a:ahLst/>
                  <a:cxnLst/>
                  <a:rect l="l" t="t" r="r" b="b"/>
                  <a:pathLst>
                    <a:path w="4966" h="775" extrusionOk="0">
                      <a:moveTo>
                        <a:pt x="0" y="1"/>
                      </a:moveTo>
                      <a:lnTo>
                        <a:pt x="0" y="774"/>
                      </a:lnTo>
                      <a:lnTo>
                        <a:pt x="4965" y="774"/>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3"/>
                <p:cNvSpPr/>
                <p:nvPr/>
              </p:nvSpPr>
              <p:spPr>
                <a:xfrm>
                  <a:off x="3502768" y="1297507"/>
                  <a:ext cx="105950" cy="16513"/>
                </a:xfrm>
                <a:custGeom>
                  <a:avLst/>
                  <a:gdLst/>
                  <a:ahLst/>
                  <a:cxnLst/>
                  <a:rect l="l" t="t" r="r" b="b"/>
                  <a:pathLst>
                    <a:path w="4966" h="774" extrusionOk="0">
                      <a:moveTo>
                        <a:pt x="0" y="0"/>
                      </a:moveTo>
                      <a:lnTo>
                        <a:pt x="0" y="773"/>
                      </a:lnTo>
                      <a:lnTo>
                        <a:pt x="4965" y="77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3"/>
                <p:cNvSpPr/>
                <p:nvPr/>
              </p:nvSpPr>
              <p:spPr>
                <a:xfrm>
                  <a:off x="3502768" y="1336572"/>
                  <a:ext cx="105950" cy="16513"/>
                </a:xfrm>
                <a:custGeom>
                  <a:avLst/>
                  <a:gdLst/>
                  <a:ahLst/>
                  <a:cxnLst/>
                  <a:rect l="l" t="t" r="r" b="b"/>
                  <a:pathLst>
                    <a:path w="4966" h="774" extrusionOk="0">
                      <a:moveTo>
                        <a:pt x="0" y="0"/>
                      </a:moveTo>
                      <a:lnTo>
                        <a:pt x="0" y="774"/>
                      </a:lnTo>
                      <a:lnTo>
                        <a:pt x="4965" y="774"/>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p:nvPr/>
              </p:nvSpPr>
              <p:spPr>
                <a:xfrm>
                  <a:off x="2863694" y="989257"/>
                  <a:ext cx="475859" cy="15660"/>
                </a:xfrm>
                <a:custGeom>
                  <a:avLst/>
                  <a:gdLst/>
                  <a:ahLst/>
                  <a:cxnLst/>
                  <a:rect l="l" t="t" r="r" b="b"/>
                  <a:pathLst>
                    <a:path w="22304" h="734" extrusionOk="0">
                      <a:moveTo>
                        <a:pt x="1" y="1"/>
                      </a:moveTo>
                      <a:lnTo>
                        <a:pt x="1" y="733"/>
                      </a:lnTo>
                      <a:lnTo>
                        <a:pt x="22303" y="733"/>
                      </a:lnTo>
                      <a:lnTo>
                        <a:pt x="22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p:nvPr/>
              </p:nvSpPr>
              <p:spPr>
                <a:xfrm>
                  <a:off x="2863694" y="1028321"/>
                  <a:ext cx="475859" cy="14785"/>
                </a:xfrm>
                <a:custGeom>
                  <a:avLst/>
                  <a:gdLst/>
                  <a:ahLst/>
                  <a:cxnLst/>
                  <a:rect l="l" t="t" r="r" b="b"/>
                  <a:pathLst>
                    <a:path w="22304" h="693" extrusionOk="0">
                      <a:moveTo>
                        <a:pt x="1" y="1"/>
                      </a:moveTo>
                      <a:lnTo>
                        <a:pt x="1" y="693"/>
                      </a:lnTo>
                      <a:lnTo>
                        <a:pt x="22303" y="693"/>
                      </a:lnTo>
                      <a:lnTo>
                        <a:pt x="22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p:nvPr/>
              </p:nvSpPr>
              <p:spPr>
                <a:xfrm>
                  <a:off x="3502768" y="973618"/>
                  <a:ext cx="105950" cy="15660"/>
                </a:xfrm>
                <a:custGeom>
                  <a:avLst/>
                  <a:gdLst/>
                  <a:ahLst/>
                  <a:cxnLst/>
                  <a:rect l="l" t="t" r="r" b="b"/>
                  <a:pathLst>
                    <a:path w="4966" h="734" extrusionOk="0">
                      <a:moveTo>
                        <a:pt x="0" y="1"/>
                      </a:moveTo>
                      <a:lnTo>
                        <a:pt x="0" y="734"/>
                      </a:lnTo>
                      <a:lnTo>
                        <a:pt x="4965" y="734"/>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3"/>
                <p:cNvSpPr/>
                <p:nvPr/>
              </p:nvSpPr>
              <p:spPr>
                <a:xfrm>
                  <a:off x="3502768" y="1012704"/>
                  <a:ext cx="105950" cy="15639"/>
                </a:xfrm>
                <a:custGeom>
                  <a:avLst/>
                  <a:gdLst/>
                  <a:ahLst/>
                  <a:cxnLst/>
                  <a:rect l="l" t="t" r="r" b="b"/>
                  <a:pathLst>
                    <a:path w="4966" h="733" extrusionOk="0">
                      <a:moveTo>
                        <a:pt x="0" y="0"/>
                      </a:moveTo>
                      <a:lnTo>
                        <a:pt x="0" y="733"/>
                      </a:lnTo>
                      <a:lnTo>
                        <a:pt x="4965" y="73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0" name="Google Shape;70;p13"/>
            <p:cNvSpPr/>
            <p:nvPr/>
          </p:nvSpPr>
          <p:spPr>
            <a:xfrm flipH="1">
              <a:off x="876306" y="2412232"/>
              <a:ext cx="1659590" cy="3893464"/>
            </a:xfrm>
            <a:custGeom>
              <a:avLst/>
              <a:gdLst/>
              <a:ahLst/>
              <a:cxnLst/>
              <a:rect l="l" t="t" r="r" b="b"/>
              <a:pathLst>
                <a:path w="41186" h="96618" extrusionOk="0">
                  <a:moveTo>
                    <a:pt x="32625" y="0"/>
                  </a:moveTo>
                  <a:cubicBezTo>
                    <a:pt x="31062" y="0"/>
                    <a:pt x="26647" y="908"/>
                    <a:pt x="26413" y="11112"/>
                  </a:cubicBezTo>
                  <a:cubicBezTo>
                    <a:pt x="26169" y="23525"/>
                    <a:pt x="26413" y="50263"/>
                    <a:pt x="26413" y="50263"/>
                  </a:cubicBezTo>
                  <a:lnTo>
                    <a:pt x="8954" y="56734"/>
                  </a:lnTo>
                  <a:lnTo>
                    <a:pt x="204" y="70123"/>
                  </a:lnTo>
                  <a:lnTo>
                    <a:pt x="82" y="71507"/>
                  </a:lnTo>
                  <a:cubicBezTo>
                    <a:pt x="0" y="77245"/>
                    <a:pt x="1791" y="82862"/>
                    <a:pt x="5169" y="87501"/>
                  </a:cubicBezTo>
                  <a:lnTo>
                    <a:pt x="5169" y="96617"/>
                  </a:lnTo>
                  <a:lnTo>
                    <a:pt x="28773" y="95234"/>
                  </a:lnTo>
                  <a:lnTo>
                    <a:pt x="41186" y="44484"/>
                  </a:lnTo>
                  <a:lnTo>
                    <a:pt x="33168" y="43"/>
                  </a:lnTo>
                  <a:cubicBezTo>
                    <a:pt x="33168" y="43"/>
                    <a:pt x="32964" y="0"/>
                    <a:pt x="32625" y="0"/>
                  </a:cubicBezTo>
                  <a:close/>
                </a:path>
              </a:pathLst>
            </a:custGeom>
            <a:solidFill>
              <a:srgbClr val="885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flipH="1">
              <a:off x="1965198" y="3583081"/>
              <a:ext cx="569086" cy="1776314"/>
            </a:xfrm>
            <a:custGeom>
              <a:avLst/>
              <a:gdLst/>
              <a:ahLst/>
              <a:cxnLst/>
              <a:rect l="l" t="t" r="r" b="b"/>
              <a:pathLst>
                <a:path w="14123" h="44080" extrusionOk="0">
                  <a:moveTo>
                    <a:pt x="7751" y="1"/>
                  </a:moveTo>
                  <a:cubicBezTo>
                    <a:pt x="4393" y="1"/>
                    <a:pt x="1625" y="2645"/>
                    <a:pt x="1466" y="6028"/>
                  </a:cubicBezTo>
                  <a:lnTo>
                    <a:pt x="1" y="43592"/>
                  </a:lnTo>
                  <a:lnTo>
                    <a:pt x="12536" y="44080"/>
                  </a:lnTo>
                  <a:lnTo>
                    <a:pt x="14001" y="6516"/>
                  </a:lnTo>
                  <a:cubicBezTo>
                    <a:pt x="14123" y="3057"/>
                    <a:pt x="11437" y="127"/>
                    <a:pt x="7978" y="5"/>
                  </a:cubicBezTo>
                  <a:cubicBezTo>
                    <a:pt x="7902" y="2"/>
                    <a:pt x="7826" y="1"/>
                    <a:pt x="7751" y="1"/>
                  </a:cubicBezTo>
                  <a:close/>
                </a:path>
              </a:pathLst>
            </a:custGeom>
            <a:solidFill>
              <a:srgbClr val="885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flipH="1">
              <a:off x="2045542" y="3694544"/>
              <a:ext cx="355888" cy="336485"/>
            </a:xfrm>
            <a:custGeom>
              <a:avLst/>
              <a:gdLst/>
              <a:ahLst/>
              <a:cxnLst/>
              <a:rect l="l" t="t" r="r" b="b"/>
              <a:pathLst>
                <a:path w="8832" h="8350" extrusionOk="0">
                  <a:moveTo>
                    <a:pt x="4381" y="1"/>
                  </a:moveTo>
                  <a:cubicBezTo>
                    <a:pt x="2117" y="1"/>
                    <a:pt x="242" y="1829"/>
                    <a:pt x="163" y="4117"/>
                  </a:cubicBezTo>
                  <a:lnTo>
                    <a:pt x="41" y="7495"/>
                  </a:lnTo>
                  <a:cubicBezTo>
                    <a:pt x="0" y="7779"/>
                    <a:pt x="245" y="8024"/>
                    <a:pt x="530" y="8024"/>
                  </a:cubicBezTo>
                  <a:lnTo>
                    <a:pt x="8058" y="8349"/>
                  </a:lnTo>
                  <a:cubicBezTo>
                    <a:pt x="8343" y="8349"/>
                    <a:pt x="8588" y="8105"/>
                    <a:pt x="8628" y="7820"/>
                  </a:cubicBezTo>
                  <a:lnTo>
                    <a:pt x="8750" y="4442"/>
                  </a:lnTo>
                  <a:cubicBezTo>
                    <a:pt x="8832" y="2082"/>
                    <a:pt x="7000" y="88"/>
                    <a:pt x="4599" y="6"/>
                  </a:cubicBezTo>
                  <a:cubicBezTo>
                    <a:pt x="4526" y="3"/>
                    <a:pt x="4453" y="1"/>
                    <a:pt x="4381" y="1"/>
                  </a:cubicBezTo>
                  <a:close/>
                </a:path>
              </a:pathLst>
            </a:custGeom>
            <a:solidFill>
              <a:srgbClr val="9E6C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Introduction</a:t>
            </a:r>
            <a:endParaRPr/>
          </a:p>
        </p:txBody>
      </p:sp>
      <p:grpSp>
        <p:nvGrpSpPr>
          <p:cNvPr id="78" name="Google Shape;78;p14"/>
          <p:cNvGrpSpPr/>
          <p:nvPr/>
        </p:nvGrpSpPr>
        <p:grpSpPr>
          <a:xfrm>
            <a:off x="6993700" y="998575"/>
            <a:ext cx="1867800" cy="3522000"/>
            <a:chOff x="6717150" y="1166400"/>
            <a:chExt cx="1867800" cy="3522000"/>
          </a:xfrm>
        </p:grpSpPr>
        <p:sp>
          <p:nvSpPr>
            <p:cNvPr id="79" name="Google Shape;79;p14"/>
            <p:cNvSpPr/>
            <p:nvPr/>
          </p:nvSpPr>
          <p:spPr>
            <a:xfrm>
              <a:off x="6717150" y="1166400"/>
              <a:ext cx="1867800" cy="3522000"/>
            </a:xfrm>
            <a:prstGeom prst="roundRect">
              <a:avLst>
                <a:gd name="adj" fmla="val 8147"/>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4"/>
            <p:cNvSpPr/>
            <p:nvPr/>
          </p:nvSpPr>
          <p:spPr>
            <a:xfrm>
              <a:off x="6830100" y="1276050"/>
              <a:ext cx="1641900" cy="3075000"/>
            </a:xfrm>
            <a:prstGeom prst="roundRect">
              <a:avLst>
                <a:gd name="adj" fmla="val 4501"/>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 name="Google Shape;81;p14"/>
            <p:cNvGrpSpPr/>
            <p:nvPr/>
          </p:nvGrpSpPr>
          <p:grpSpPr>
            <a:xfrm>
              <a:off x="6958904" y="1410333"/>
              <a:ext cx="1384294" cy="108974"/>
              <a:chOff x="7060702" y="1383928"/>
              <a:chExt cx="1384294" cy="108974"/>
            </a:xfrm>
          </p:grpSpPr>
          <p:sp>
            <p:nvSpPr>
              <p:cNvPr id="82" name="Google Shape;82;p14"/>
              <p:cNvSpPr/>
              <p:nvPr/>
            </p:nvSpPr>
            <p:spPr>
              <a:xfrm>
                <a:off x="7304325" y="1383928"/>
                <a:ext cx="1140671" cy="108974"/>
              </a:xfrm>
              <a:prstGeom prst="rect">
                <a:avLst/>
              </a:prstGeom>
            </p:spPr>
            <p:txBody>
              <a:bodyPr>
                <a:prstTxWarp prst="textPlain">
                  <a:avLst/>
                </a:prstTxWarp>
              </a:bodyPr>
              <a:lstStyle/>
              <a:p>
                <a:pPr lvl="0" algn="ctr"/>
                <a:r>
                  <a:rPr b="1" i="0">
                    <a:ln>
                      <a:noFill/>
                    </a:ln>
                    <a:solidFill>
                      <a:schemeClr val="dk1"/>
                    </a:solidFill>
                    <a:latin typeface="Roboto"/>
                  </a:rPr>
                  <a:t>DIGITAL WALLET</a:t>
                </a:r>
              </a:p>
            </p:txBody>
          </p:sp>
          <p:grpSp>
            <p:nvGrpSpPr>
              <p:cNvPr id="83" name="Google Shape;83;p14"/>
              <p:cNvGrpSpPr/>
              <p:nvPr/>
            </p:nvGrpSpPr>
            <p:grpSpPr>
              <a:xfrm>
                <a:off x="7060702" y="1393229"/>
                <a:ext cx="192397" cy="90272"/>
                <a:chOff x="7060804" y="1394556"/>
                <a:chExt cx="201000" cy="90281"/>
              </a:xfrm>
            </p:grpSpPr>
            <p:cxnSp>
              <p:nvCxnSpPr>
                <p:cNvPr id="84" name="Google Shape;84;p14"/>
                <p:cNvCxnSpPr/>
                <p:nvPr/>
              </p:nvCxnSpPr>
              <p:spPr>
                <a:xfrm>
                  <a:off x="7060804" y="1484837"/>
                  <a:ext cx="201000" cy="0"/>
                </a:xfrm>
                <a:prstGeom prst="straightConnector1">
                  <a:avLst/>
                </a:prstGeom>
                <a:noFill/>
                <a:ln w="19050" cap="flat" cmpd="sng">
                  <a:solidFill>
                    <a:schemeClr val="dk1"/>
                  </a:solidFill>
                  <a:prstDash val="solid"/>
                  <a:round/>
                  <a:headEnd type="none" w="med" len="med"/>
                  <a:tailEnd type="none" w="med" len="med"/>
                </a:ln>
              </p:spPr>
            </p:cxnSp>
            <p:cxnSp>
              <p:nvCxnSpPr>
                <p:cNvPr id="85" name="Google Shape;85;p14"/>
                <p:cNvCxnSpPr/>
                <p:nvPr/>
              </p:nvCxnSpPr>
              <p:spPr>
                <a:xfrm>
                  <a:off x="7060804" y="1439696"/>
                  <a:ext cx="201000" cy="0"/>
                </a:xfrm>
                <a:prstGeom prst="straightConnector1">
                  <a:avLst/>
                </a:prstGeom>
                <a:noFill/>
                <a:ln w="19050" cap="flat" cmpd="sng">
                  <a:solidFill>
                    <a:schemeClr val="dk1"/>
                  </a:solidFill>
                  <a:prstDash val="solid"/>
                  <a:round/>
                  <a:headEnd type="none" w="med" len="med"/>
                  <a:tailEnd type="none" w="med" len="med"/>
                </a:ln>
              </p:spPr>
            </p:cxnSp>
            <p:cxnSp>
              <p:nvCxnSpPr>
                <p:cNvPr id="86" name="Google Shape;86;p14"/>
                <p:cNvCxnSpPr/>
                <p:nvPr/>
              </p:nvCxnSpPr>
              <p:spPr>
                <a:xfrm>
                  <a:off x="7060804" y="1394556"/>
                  <a:ext cx="201000" cy="0"/>
                </a:xfrm>
                <a:prstGeom prst="straightConnector1">
                  <a:avLst/>
                </a:prstGeom>
                <a:noFill/>
                <a:ln w="19050" cap="flat" cmpd="sng">
                  <a:solidFill>
                    <a:schemeClr val="dk1"/>
                  </a:solidFill>
                  <a:prstDash val="solid"/>
                  <a:round/>
                  <a:headEnd type="none" w="med" len="med"/>
                  <a:tailEnd type="none" w="med" len="med"/>
                </a:ln>
              </p:spPr>
            </p:cxnSp>
          </p:grpSp>
        </p:grpSp>
        <p:sp>
          <p:nvSpPr>
            <p:cNvPr id="87" name="Google Shape;87;p14"/>
            <p:cNvSpPr/>
            <p:nvPr/>
          </p:nvSpPr>
          <p:spPr>
            <a:xfrm>
              <a:off x="7566903" y="4437150"/>
              <a:ext cx="168300" cy="1683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88;p14"/>
          <p:cNvGrpSpPr/>
          <p:nvPr/>
        </p:nvGrpSpPr>
        <p:grpSpPr>
          <a:xfrm>
            <a:off x="7235453" y="1470674"/>
            <a:ext cx="1384200" cy="420300"/>
            <a:chOff x="6958903" y="1638499"/>
            <a:chExt cx="1384200" cy="420300"/>
          </a:xfrm>
        </p:grpSpPr>
        <p:sp>
          <p:nvSpPr>
            <p:cNvPr id="89" name="Google Shape;89;p14"/>
            <p:cNvSpPr/>
            <p:nvPr/>
          </p:nvSpPr>
          <p:spPr>
            <a:xfrm>
              <a:off x="6958903" y="1638499"/>
              <a:ext cx="1384200" cy="420300"/>
            </a:xfrm>
            <a:prstGeom prst="roundRect">
              <a:avLst>
                <a:gd name="adj" fmla="val 16667"/>
              </a:avLst>
            </a:prstGeom>
            <a:solidFill>
              <a:schemeClr val="lt1"/>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90" name="Google Shape;90;p14"/>
            <p:cNvSpPr/>
            <p:nvPr/>
          </p:nvSpPr>
          <p:spPr>
            <a:xfrm>
              <a:off x="6958903" y="1638499"/>
              <a:ext cx="1245900" cy="420300"/>
            </a:xfrm>
            <a:prstGeom prst="roundRect">
              <a:avLst>
                <a:gd name="adj" fmla="val 16667"/>
              </a:avLst>
            </a:prstGeom>
            <a:solidFill>
              <a:schemeClr val="dk2"/>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grpSp>
      <p:grpSp>
        <p:nvGrpSpPr>
          <p:cNvPr id="91" name="Google Shape;91;p14"/>
          <p:cNvGrpSpPr/>
          <p:nvPr/>
        </p:nvGrpSpPr>
        <p:grpSpPr>
          <a:xfrm>
            <a:off x="7235453" y="2010166"/>
            <a:ext cx="1384200" cy="420300"/>
            <a:chOff x="6958903" y="2177991"/>
            <a:chExt cx="1384200" cy="420300"/>
          </a:xfrm>
        </p:grpSpPr>
        <p:sp>
          <p:nvSpPr>
            <p:cNvPr id="92" name="Google Shape;92;p14"/>
            <p:cNvSpPr/>
            <p:nvPr/>
          </p:nvSpPr>
          <p:spPr>
            <a:xfrm>
              <a:off x="6958903" y="2177991"/>
              <a:ext cx="1384200" cy="420300"/>
            </a:xfrm>
            <a:prstGeom prst="roundRect">
              <a:avLst>
                <a:gd name="adj" fmla="val 16667"/>
              </a:avLst>
            </a:prstGeom>
            <a:solidFill>
              <a:schemeClr val="lt1"/>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93" name="Google Shape;93;p14"/>
            <p:cNvSpPr/>
            <p:nvPr/>
          </p:nvSpPr>
          <p:spPr>
            <a:xfrm>
              <a:off x="6958903" y="2177991"/>
              <a:ext cx="1107300" cy="420300"/>
            </a:xfrm>
            <a:prstGeom prst="roundRect">
              <a:avLst>
                <a:gd name="adj" fmla="val 16667"/>
              </a:avLst>
            </a:prstGeom>
            <a:solidFill>
              <a:schemeClr val="lt2"/>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grpSp>
      <p:grpSp>
        <p:nvGrpSpPr>
          <p:cNvPr id="94" name="Google Shape;94;p14"/>
          <p:cNvGrpSpPr/>
          <p:nvPr/>
        </p:nvGrpSpPr>
        <p:grpSpPr>
          <a:xfrm>
            <a:off x="7235453" y="2549658"/>
            <a:ext cx="1384200" cy="420300"/>
            <a:chOff x="6958903" y="2717483"/>
            <a:chExt cx="1384200" cy="420300"/>
          </a:xfrm>
        </p:grpSpPr>
        <p:sp>
          <p:nvSpPr>
            <p:cNvPr id="95" name="Google Shape;95;p14"/>
            <p:cNvSpPr/>
            <p:nvPr/>
          </p:nvSpPr>
          <p:spPr>
            <a:xfrm>
              <a:off x="6958903" y="2717483"/>
              <a:ext cx="1384200" cy="420300"/>
            </a:xfrm>
            <a:prstGeom prst="roundRect">
              <a:avLst>
                <a:gd name="adj" fmla="val 16667"/>
              </a:avLst>
            </a:prstGeom>
            <a:solidFill>
              <a:schemeClr val="lt1"/>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96" name="Google Shape;96;p14"/>
            <p:cNvSpPr/>
            <p:nvPr/>
          </p:nvSpPr>
          <p:spPr>
            <a:xfrm>
              <a:off x="6958903" y="2717483"/>
              <a:ext cx="969000" cy="420300"/>
            </a:xfrm>
            <a:prstGeom prst="roundRect">
              <a:avLst>
                <a:gd name="adj" fmla="val 16667"/>
              </a:avLst>
            </a:prstGeom>
            <a:solidFill>
              <a:schemeClr val="accent1"/>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grpSp>
      <p:grpSp>
        <p:nvGrpSpPr>
          <p:cNvPr id="97" name="Google Shape;97;p14"/>
          <p:cNvGrpSpPr/>
          <p:nvPr/>
        </p:nvGrpSpPr>
        <p:grpSpPr>
          <a:xfrm>
            <a:off x="7235453" y="3089150"/>
            <a:ext cx="1384200" cy="420300"/>
            <a:chOff x="6958903" y="3256975"/>
            <a:chExt cx="1384200" cy="420300"/>
          </a:xfrm>
        </p:grpSpPr>
        <p:sp>
          <p:nvSpPr>
            <p:cNvPr id="98" name="Google Shape;98;p14"/>
            <p:cNvSpPr/>
            <p:nvPr/>
          </p:nvSpPr>
          <p:spPr>
            <a:xfrm>
              <a:off x="6958903" y="3256975"/>
              <a:ext cx="1384200" cy="420300"/>
            </a:xfrm>
            <a:prstGeom prst="roundRect">
              <a:avLst>
                <a:gd name="adj" fmla="val 16667"/>
              </a:avLst>
            </a:prstGeom>
            <a:solidFill>
              <a:schemeClr val="lt1"/>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99" name="Google Shape;99;p14"/>
            <p:cNvSpPr/>
            <p:nvPr/>
          </p:nvSpPr>
          <p:spPr>
            <a:xfrm>
              <a:off x="6958903" y="3256975"/>
              <a:ext cx="830400" cy="420300"/>
            </a:xfrm>
            <a:prstGeom prst="roundRect">
              <a:avLst>
                <a:gd name="adj" fmla="val 16667"/>
              </a:avLst>
            </a:prstGeom>
            <a:solidFill>
              <a:schemeClr val="accent2"/>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grpSp>
      <p:grpSp>
        <p:nvGrpSpPr>
          <p:cNvPr id="100" name="Google Shape;100;p14"/>
          <p:cNvGrpSpPr/>
          <p:nvPr/>
        </p:nvGrpSpPr>
        <p:grpSpPr>
          <a:xfrm>
            <a:off x="7235453" y="3628642"/>
            <a:ext cx="1384200" cy="420300"/>
            <a:chOff x="6958903" y="3796467"/>
            <a:chExt cx="1384200" cy="420300"/>
          </a:xfrm>
        </p:grpSpPr>
        <p:sp>
          <p:nvSpPr>
            <p:cNvPr id="101" name="Google Shape;101;p14"/>
            <p:cNvSpPr/>
            <p:nvPr/>
          </p:nvSpPr>
          <p:spPr>
            <a:xfrm>
              <a:off x="6958903" y="3796467"/>
              <a:ext cx="1384200" cy="420300"/>
            </a:xfrm>
            <a:prstGeom prst="roundRect">
              <a:avLst>
                <a:gd name="adj" fmla="val 16667"/>
              </a:avLst>
            </a:prstGeom>
            <a:solidFill>
              <a:schemeClr val="lt1"/>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102" name="Google Shape;102;p14"/>
            <p:cNvSpPr/>
            <p:nvPr/>
          </p:nvSpPr>
          <p:spPr>
            <a:xfrm>
              <a:off x="6958903" y="3796467"/>
              <a:ext cx="692100" cy="420300"/>
            </a:xfrm>
            <a:prstGeom prst="roundRect">
              <a:avLst>
                <a:gd name="adj" fmla="val 16667"/>
              </a:avLst>
            </a:prstGeom>
            <a:solidFill>
              <a:schemeClr val="accent3"/>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a:solidFill>
                  <a:schemeClr val="lt1"/>
                </a:solidFill>
                <a:latin typeface="Fira Sans Extra Condensed SemiBold"/>
                <a:ea typeface="Fira Sans Extra Condensed SemiBold"/>
                <a:cs typeface="Fira Sans Extra Condensed SemiBold"/>
                <a:sym typeface="Fira Sans Extra Condensed SemiBold"/>
              </a:endParaRPr>
            </a:p>
          </p:txBody>
        </p:sp>
      </p:grpSp>
      <p:sp>
        <p:nvSpPr>
          <p:cNvPr id="103" name="Google Shape;103;p14"/>
          <p:cNvSpPr txBox="1"/>
          <p:nvPr/>
        </p:nvSpPr>
        <p:spPr>
          <a:xfrm>
            <a:off x="303325" y="998575"/>
            <a:ext cx="6467700" cy="3657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 sz="2000" b="1">
                <a:solidFill>
                  <a:schemeClr val="lt2"/>
                </a:solidFill>
                <a:latin typeface="Fira Sans Extra Condensed"/>
                <a:ea typeface="Fira Sans Extra Condensed"/>
                <a:cs typeface="Fira Sans Extra Condensed"/>
                <a:sym typeface="Fira Sans Extra Condensed"/>
              </a:rPr>
              <a:t>My Wallet</a:t>
            </a:r>
            <a:r>
              <a:rPr lang="en" sz="2000" b="1">
                <a:solidFill>
                  <a:schemeClr val="dk1"/>
                </a:solidFill>
                <a:latin typeface="Fira Sans Extra Condensed"/>
                <a:ea typeface="Fira Sans Extra Condensed"/>
                <a:cs typeface="Fira Sans Extra Condensed"/>
                <a:sym typeface="Fira Sans Extra Condensed"/>
              </a:rPr>
              <a:t> </a:t>
            </a:r>
            <a:r>
              <a:rPr lang="en" sz="2000" b="1">
                <a:solidFill>
                  <a:srgbClr val="1C4587"/>
                </a:solidFill>
                <a:latin typeface="Fira Sans Extra Condensed"/>
                <a:ea typeface="Fira Sans Extra Condensed"/>
                <a:cs typeface="Fira Sans Extra Condensed"/>
                <a:sym typeface="Fira Sans Extra Condensed"/>
              </a:rPr>
              <a:t>is a comprehensive application that empowers users to manage expenses, track spending, and create flexible budgets effortlessly. Leveraging advanced Machine Learning (ML) techniques, it automatically categorizes payments for efficient organization.                                                                                                  With features such as goal-setting, timely notifications, and consolidated financial data, My Wallet ensures users stay on track with their budget plans. Take control of your finances and achieve your financial aspirations with My Wallet.</a:t>
            </a:r>
            <a:endParaRPr sz="2000" b="1">
              <a:solidFill>
                <a:srgbClr val="1C4587"/>
              </a:solidFill>
              <a:latin typeface="Fira Sans Extra Condensed"/>
              <a:ea typeface="Fira Sans Extra Condensed"/>
              <a:cs typeface="Fira Sans Extra Condensed"/>
              <a:sym typeface="Fira Sans Extra Condensed"/>
            </a:endParaRPr>
          </a:p>
          <a:p>
            <a:pPr marL="0" lvl="0" indent="0" algn="ctr" rtl="0">
              <a:spcBef>
                <a:spcPts val="1200"/>
              </a:spcBef>
              <a:spcAft>
                <a:spcPts val="0"/>
              </a:spcAft>
              <a:buNone/>
            </a:pPr>
            <a:endParaRPr sz="20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5"/>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Project objectives</a:t>
            </a:r>
            <a:endParaRPr/>
          </a:p>
        </p:txBody>
      </p:sp>
      <p:grpSp>
        <p:nvGrpSpPr>
          <p:cNvPr id="109" name="Google Shape;109;p15"/>
          <p:cNvGrpSpPr/>
          <p:nvPr/>
        </p:nvGrpSpPr>
        <p:grpSpPr>
          <a:xfrm>
            <a:off x="3909963" y="1003622"/>
            <a:ext cx="1148074" cy="3919916"/>
            <a:chOff x="7136861" y="1721069"/>
            <a:chExt cx="1323581" cy="4519156"/>
          </a:xfrm>
        </p:grpSpPr>
        <p:grpSp>
          <p:nvGrpSpPr>
            <p:cNvPr id="110" name="Google Shape;110;p15"/>
            <p:cNvGrpSpPr/>
            <p:nvPr/>
          </p:nvGrpSpPr>
          <p:grpSpPr>
            <a:xfrm>
              <a:off x="7136861" y="1721069"/>
              <a:ext cx="1323581" cy="3114450"/>
              <a:chOff x="6181904" y="411581"/>
              <a:chExt cx="2504884" cy="5894115"/>
            </a:xfrm>
          </p:grpSpPr>
          <p:grpSp>
            <p:nvGrpSpPr>
              <p:cNvPr id="111" name="Google Shape;111;p15"/>
              <p:cNvGrpSpPr/>
              <p:nvPr/>
            </p:nvGrpSpPr>
            <p:grpSpPr>
              <a:xfrm>
                <a:off x="6181904" y="411581"/>
                <a:ext cx="1930628" cy="4320097"/>
                <a:chOff x="6228545" y="411611"/>
                <a:chExt cx="1884275" cy="4216374"/>
              </a:xfrm>
            </p:grpSpPr>
            <p:sp>
              <p:nvSpPr>
                <p:cNvPr id="112" name="Google Shape;112;p15"/>
                <p:cNvSpPr/>
                <p:nvPr/>
              </p:nvSpPr>
              <p:spPr>
                <a:xfrm>
                  <a:off x="6228545" y="996979"/>
                  <a:ext cx="1884275" cy="3631006"/>
                </a:xfrm>
                <a:custGeom>
                  <a:avLst/>
                  <a:gdLst/>
                  <a:ahLst/>
                  <a:cxnLst/>
                  <a:rect l="l" t="t" r="r" b="b"/>
                  <a:pathLst>
                    <a:path w="46762" h="90105" extrusionOk="0">
                      <a:moveTo>
                        <a:pt x="6431" y="0"/>
                      </a:moveTo>
                      <a:cubicBezTo>
                        <a:pt x="2890" y="0"/>
                        <a:pt x="1" y="2849"/>
                        <a:pt x="1" y="6431"/>
                      </a:cubicBezTo>
                      <a:lnTo>
                        <a:pt x="1" y="83674"/>
                      </a:lnTo>
                      <a:cubicBezTo>
                        <a:pt x="1" y="87215"/>
                        <a:pt x="2890" y="90104"/>
                        <a:pt x="6431" y="90104"/>
                      </a:cubicBezTo>
                      <a:lnTo>
                        <a:pt x="40332" y="90104"/>
                      </a:lnTo>
                      <a:cubicBezTo>
                        <a:pt x="43913" y="90104"/>
                        <a:pt x="46762" y="87215"/>
                        <a:pt x="46762" y="83674"/>
                      </a:cubicBezTo>
                      <a:lnTo>
                        <a:pt x="46762" y="6431"/>
                      </a:lnTo>
                      <a:cubicBezTo>
                        <a:pt x="46762" y="2849"/>
                        <a:pt x="43913" y="0"/>
                        <a:pt x="403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p:cNvSpPr/>
                <p:nvPr/>
              </p:nvSpPr>
              <p:spPr>
                <a:xfrm>
                  <a:off x="6343347" y="1393870"/>
                  <a:ext cx="1654674" cy="2886429"/>
                </a:xfrm>
                <a:custGeom>
                  <a:avLst/>
                  <a:gdLst/>
                  <a:ahLst/>
                  <a:cxnLst/>
                  <a:rect l="l" t="t" r="r" b="b"/>
                  <a:pathLst>
                    <a:path w="41064" h="71628" extrusionOk="0">
                      <a:moveTo>
                        <a:pt x="977" y="0"/>
                      </a:moveTo>
                      <a:cubicBezTo>
                        <a:pt x="448" y="0"/>
                        <a:pt x="1" y="407"/>
                        <a:pt x="1" y="936"/>
                      </a:cubicBezTo>
                      <a:lnTo>
                        <a:pt x="1" y="70650"/>
                      </a:lnTo>
                      <a:cubicBezTo>
                        <a:pt x="1" y="71180"/>
                        <a:pt x="448" y="71627"/>
                        <a:pt x="977" y="71627"/>
                      </a:cubicBezTo>
                      <a:lnTo>
                        <a:pt x="40087" y="71627"/>
                      </a:lnTo>
                      <a:cubicBezTo>
                        <a:pt x="40616" y="71627"/>
                        <a:pt x="41064" y="71180"/>
                        <a:pt x="41064" y="70650"/>
                      </a:cubicBezTo>
                      <a:lnTo>
                        <a:pt x="41064" y="936"/>
                      </a:lnTo>
                      <a:cubicBezTo>
                        <a:pt x="41064" y="407"/>
                        <a:pt x="40616" y="0"/>
                        <a:pt x="400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a:off x="6561465" y="3107649"/>
                  <a:ext cx="1218481" cy="624893"/>
                </a:xfrm>
                <a:custGeom>
                  <a:avLst/>
                  <a:gdLst/>
                  <a:ahLst/>
                  <a:cxnLst/>
                  <a:rect l="l" t="t" r="r" b="b"/>
                  <a:pathLst>
                    <a:path w="30239" h="15507" extrusionOk="0">
                      <a:moveTo>
                        <a:pt x="1181" y="1"/>
                      </a:moveTo>
                      <a:cubicBezTo>
                        <a:pt x="529" y="1"/>
                        <a:pt x="0" y="530"/>
                        <a:pt x="0" y="1181"/>
                      </a:cubicBezTo>
                      <a:lnTo>
                        <a:pt x="0" y="14326"/>
                      </a:lnTo>
                      <a:cubicBezTo>
                        <a:pt x="0" y="14977"/>
                        <a:pt x="529" y="15506"/>
                        <a:pt x="1181" y="15506"/>
                      </a:cubicBezTo>
                      <a:lnTo>
                        <a:pt x="29058" y="15506"/>
                      </a:lnTo>
                      <a:cubicBezTo>
                        <a:pt x="29709" y="15506"/>
                        <a:pt x="30238" y="14977"/>
                        <a:pt x="30238" y="14326"/>
                      </a:cubicBezTo>
                      <a:lnTo>
                        <a:pt x="30238" y="1181"/>
                      </a:lnTo>
                      <a:cubicBezTo>
                        <a:pt x="30238" y="530"/>
                        <a:pt x="29709" y="1"/>
                        <a:pt x="290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15"/>
                <p:cNvGrpSpPr/>
                <p:nvPr/>
              </p:nvGrpSpPr>
              <p:grpSpPr>
                <a:xfrm>
                  <a:off x="6453232" y="1797290"/>
                  <a:ext cx="1448052" cy="929909"/>
                  <a:chOff x="2805798" y="1744892"/>
                  <a:chExt cx="845035" cy="542632"/>
                </a:xfrm>
              </p:grpSpPr>
              <p:sp>
                <p:nvSpPr>
                  <p:cNvPr id="116" name="Google Shape;116;p15"/>
                  <p:cNvSpPr/>
                  <p:nvPr/>
                </p:nvSpPr>
                <p:spPr>
                  <a:xfrm>
                    <a:off x="2805798" y="1744892"/>
                    <a:ext cx="845035" cy="542632"/>
                  </a:xfrm>
                  <a:custGeom>
                    <a:avLst/>
                    <a:gdLst/>
                    <a:ahLst/>
                    <a:cxnLst/>
                    <a:rect l="l" t="t" r="r" b="b"/>
                    <a:pathLst>
                      <a:path w="35936" h="23076" extrusionOk="0">
                        <a:moveTo>
                          <a:pt x="1547" y="1"/>
                        </a:moveTo>
                        <a:cubicBezTo>
                          <a:pt x="692" y="1"/>
                          <a:pt x="0" y="692"/>
                          <a:pt x="0" y="1506"/>
                        </a:cubicBezTo>
                        <a:lnTo>
                          <a:pt x="0" y="21570"/>
                        </a:lnTo>
                        <a:cubicBezTo>
                          <a:pt x="0" y="22425"/>
                          <a:pt x="692" y="23076"/>
                          <a:pt x="1547" y="23076"/>
                        </a:cubicBezTo>
                        <a:lnTo>
                          <a:pt x="34430" y="23076"/>
                        </a:lnTo>
                        <a:cubicBezTo>
                          <a:pt x="35244" y="23076"/>
                          <a:pt x="35936" y="22425"/>
                          <a:pt x="35936" y="21570"/>
                        </a:cubicBezTo>
                        <a:lnTo>
                          <a:pt x="35936" y="1506"/>
                        </a:lnTo>
                        <a:cubicBezTo>
                          <a:pt x="35936" y="692"/>
                          <a:pt x="35244" y="1"/>
                          <a:pt x="344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a:off x="2805817" y="1835800"/>
                    <a:ext cx="844997" cy="100527"/>
                  </a:xfrm>
                  <a:custGeom>
                    <a:avLst/>
                    <a:gdLst/>
                    <a:ahLst/>
                    <a:cxnLst/>
                    <a:rect l="l" t="t" r="r" b="b"/>
                    <a:pathLst>
                      <a:path w="36791" h="4275" extrusionOk="0">
                        <a:moveTo>
                          <a:pt x="0" y="1"/>
                        </a:moveTo>
                        <a:lnTo>
                          <a:pt x="0" y="4274"/>
                        </a:lnTo>
                        <a:lnTo>
                          <a:pt x="36791" y="4274"/>
                        </a:lnTo>
                        <a:lnTo>
                          <a:pt x="367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a:off x="2848866" y="1989895"/>
                    <a:ext cx="758900" cy="99539"/>
                  </a:xfrm>
                  <a:custGeom>
                    <a:avLst/>
                    <a:gdLst/>
                    <a:ahLst/>
                    <a:cxnLst/>
                    <a:rect l="l" t="t" r="r" b="b"/>
                    <a:pathLst>
                      <a:path w="32273" h="4233" extrusionOk="0">
                        <a:moveTo>
                          <a:pt x="0" y="0"/>
                        </a:moveTo>
                        <a:lnTo>
                          <a:pt x="0" y="4233"/>
                        </a:lnTo>
                        <a:lnTo>
                          <a:pt x="32273" y="4233"/>
                        </a:lnTo>
                        <a:lnTo>
                          <a:pt x="32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5"/>
                <p:cNvSpPr/>
                <p:nvPr/>
              </p:nvSpPr>
              <p:spPr>
                <a:xfrm>
                  <a:off x="6387302" y="1200218"/>
                  <a:ext cx="1566779" cy="102704"/>
                </a:xfrm>
                <a:custGeom>
                  <a:avLst/>
                  <a:gdLst/>
                  <a:ahLst/>
                  <a:cxnLst/>
                  <a:rect l="l" t="t" r="r" b="b"/>
                  <a:pathLst>
                    <a:path w="42855" h="2809" extrusionOk="0">
                      <a:moveTo>
                        <a:pt x="1" y="1"/>
                      </a:moveTo>
                      <a:lnTo>
                        <a:pt x="1" y="2809"/>
                      </a:lnTo>
                      <a:lnTo>
                        <a:pt x="42855" y="2809"/>
                      </a:lnTo>
                      <a:lnTo>
                        <a:pt x="42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 name="Google Shape;120;p15"/>
                <p:cNvGrpSpPr/>
                <p:nvPr/>
              </p:nvGrpSpPr>
              <p:grpSpPr>
                <a:xfrm>
                  <a:off x="6461701" y="411611"/>
                  <a:ext cx="1417966" cy="857081"/>
                  <a:chOff x="2810741" y="936303"/>
                  <a:chExt cx="827478" cy="500135"/>
                </a:xfrm>
              </p:grpSpPr>
              <p:sp>
                <p:nvSpPr>
                  <p:cNvPr id="121" name="Google Shape;121;p15"/>
                  <p:cNvSpPr/>
                  <p:nvPr/>
                </p:nvSpPr>
                <p:spPr>
                  <a:xfrm>
                    <a:off x="2810741" y="936303"/>
                    <a:ext cx="827478" cy="500135"/>
                  </a:xfrm>
                  <a:custGeom>
                    <a:avLst/>
                    <a:gdLst/>
                    <a:ahLst/>
                    <a:cxnLst/>
                    <a:rect l="l" t="t" r="r" b="b"/>
                    <a:pathLst>
                      <a:path w="38785" h="23442" extrusionOk="0">
                        <a:moveTo>
                          <a:pt x="896" y="0"/>
                        </a:moveTo>
                        <a:cubicBezTo>
                          <a:pt x="407" y="0"/>
                          <a:pt x="0" y="366"/>
                          <a:pt x="0" y="855"/>
                        </a:cubicBezTo>
                        <a:lnTo>
                          <a:pt x="0" y="22587"/>
                        </a:lnTo>
                        <a:cubicBezTo>
                          <a:pt x="0" y="23075"/>
                          <a:pt x="407" y="23442"/>
                          <a:pt x="896" y="23442"/>
                        </a:cubicBezTo>
                        <a:lnTo>
                          <a:pt x="37930" y="23442"/>
                        </a:lnTo>
                        <a:cubicBezTo>
                          <a:pt x="38419" y="23442"/>
                          <a:pt x="38785" y="23075"/>
                          <a:pt x="38785" y="22587"/>
                        </a:cubicBezTo>
                        <a:lnTo>
                          <a:pt x="38785" y="855"/>
                        </a:lnTo>
                        <a:cubicBezTo>
                          <a:pt x="38785" y="366"/>
                          <a:pt x="38419" y="0"/>
                          <a:pt x="379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p:nvPr/>
                </p:nvSpPr>
                <p:spPr>
                  <a:xfrm>
                    <a:off x="2863694" y="1085628"/>
                    <a:ext cx="562668" cy="21740"/>
                  </a:xfrm>
                  <a:custGeom>
                    <a:avLst/>
                    <a:gdLst/>
                    <a:ahLst/>
                    <a:cxnLst/>
                    <a:rect l="l" t="t" r="r" b="b"/>
                    <a:pathLst>
                      <a:path w="26373" h="1019" extrusionOk="0">
                        <a:moveTo>
                          <a:pt x="408" y="1"/>
                        </a:moveTo>
                        <a:cubicBezTo>
                          <a:pt x="204" y="1"/>
                          <a:pt x="1" y="204"/>
                          <a:pt x="1" y="408"/>
                        </a:cubicBezTo>
                        <a:lnTo>
                          <a:pt x="1" y="611"/>
                        </a:lnTo>
                        <a:cubicBezTo>
                          <a:pt x="1" y="815"/>
                          <a:pt x="204" y="1018"/>
                          <a:pt x="408" y="1018"/>
                        </a:cubicBezTo>
                        <a:lnTo>
                          <a:pt x="25966" y="1018"/>
                        </a:lnTo>
                        <a:cubicBezTo>
                          <a:pt x="26210" y="1018"/>
                          <a:pt x="26373" y="815"/>
                          <a:pt x="26373" y="611"/>
                        </a:cubicBezTo>
                        <a:lnTo>
                          <a:pt x="26373" y="408"/>
                        </a:lnTo>
                        <a:cubicBezTo>
                          <a:pt x="26373" y="204"/>
                          <a:pt x="26210" y="1"/>
                          <a:pt x="259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p:cNvSpPr/>
                  <p:nvPr/>
                </p:nvSpPr>
                <p:spPr>
                  <a:xfrm>
                    <a:off x="2863694" y="1136875"/>
                    <a:ext cx="327364" cy="27800"/>
                  </a:xfrm>
                  <a:custGeom>
                    <a:avLst/>
                    <a:gdLst/>
                    <a:ahLst/>
                    <a:cxnLst/>
                    <a:rect l="l" t="t" r="r" b="b"/>
                    <a:pathLst>
                      <a:path w="15344" h="1303" extrusionOk="0">
                        <a:moveTo>
                          <a:pt x="408" y="0"/>
                        </a:moveTo>
                        <a:cubicBezTo>
                          <a:pt x="204" y="0"/>
                          <a:pt x="1" y="204"/>
                          <a:pt x="1" y="407"/>
                        </a:cubicBezTo>
                        <a:lnTo>
                          <a:pt x="1" y="895"/>
                        </a:lnTo>
                        <a:cubicBezTo>
                          <a:pt x="1" y="1099"/>
                          <a:pt x="204" y="1302"/>
                          <a:pt x="408" y="1302"/>
                        </a:cubicBezTo>
                        <a:lnTo>
                          <a:pt x="14937" y="1302"/>
                        </a:lnTo>
                        <a:cubicBezTo>
                          <a:pt x="15181" y="1302"/>
                          <a:pt x="15344" y="1099"/>
                          <a:pt x="15344" y="895"/>
                        </a:cubicBezTo>
                        <a:lnTo>
                          <a:pt x="15344" y="407"/>
                        </a:lnTo>
                        <a:cubicBezTo>
                          <a:pt x="15344" y="204"/>
                          <a:pt x="15181" y="0"/>
                          <a:pt x="1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a:off x="2863694" y="1192431"/>
                    <a:ext cx="510568" cy="26071"/>
                  </a:xfrm>
                  <a:custGeom>
                    <a:avLst/>
                    <a:gdLst/>
                    <a:ahLst/>
                    <a:cxnLst/>
                    <a:rect l="l" t="t" r="r" b="b"/>
                    <a:pathLst>
                      <a:path w="23931" h="1222" extrusionOk="0">
                        <a:moveTo>
                          <a:pt x="408" y="1"/>
                        </a:moveTo>
                        <a:cubicBezTo>
                          <a:pt x="204" y="1"/>
                          <a:pt x="1" y="163"/>
                          <a:pt x="1" y="408"/>
                        </a:cubicBezTo>
                        <a:lnTo>
                          <a:pt x="1" y="815"/>
                        </a:lnTo>
                        <a:cubicBezTo>
                          <a:pt x="1" y="1018"/>
                          <a:pt x="204" y="1222"/>
                          <a:pt x="408" y="1222"/>
                        </a:cubicBezTo>
                        <a:lnTo>
                          <a:pt x="23524" y="1222"/>
                        </a:lnTo>
                        <a:cubicBezTo>
                          <a:pt x="23727" y="1222"/>
                          <a:pt x="23931" y="1018"/>
                          <a:pt x="23931" y="815"/>
                        </a:cubicBezTo>
                        <a:lnTo>
                          <a:pt x="23931" y="408"/>
                        </a:lnTo>
                        <a:cubicBezTo>
                          <a:pt x="23931" y="163"/>
                          <a:pt x="23727" y="1"/>
                          <a:pt x="23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a:off x="2863694" y="1264502"/>
                    <a:ext cx="494076" cy="17388"/>
                  </a:xfrm>
                  <a:custGeom>
                    <a:avLst/>
                    <a:gdLst/>
                    <a:ahLst/>
                    <a:cxnLst/>
                    <a:rect l="l" t="t" r="r" b="b"/>
                    <a:pathLst>
                      <a:path w="23158" h="815" extrusionOk="0">
                        <a:moveTo>
                          <a:pt x="449" y="1"/>
                        </a:moveTo>
                        <a:cubicBezTo>
                          <a:pt x="204" y="1"/>
                          <a:pt x="1" y="204"/>
                          <a:pt x="42" y="408"/>
                        </a:cubicBezTo>
                        <a:cubicBezTo>
                          <a:pt x="42" y="652"/>
                          <a:pt x="204" y="814"/>
                          <a:pt x="449" y="814"/>
                        </a:cubicBezTo>
                        <a:lnTo>
                          <a:pt x="22751" y="814"/>
                        </a:lnTo>
                        <a:cubicBezTo>
                          <a:pt x="22995" y="814"/>
                          <a:pt x="23158" y="652"/>
                          <a:pt x="23158" y="408"/>
                        </a:cubicBezTo>
                        <a:cubicBezTo>
                          <a:pt x="23158" y="204"/>
                          <a:pt x="22995" y="1"/>
                          <a:pt x="22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a:off x="2863694" y="1311396"/>
                    <a:ext cx="327364" cy="22594"/>
                  </a:xfrm>
                  <a:custGeom>
                    <a:avLst/>
                    <a:gdLst/>
                    <a:ahLst/>
                    <a:cxnLst/>
                    <a:rect l="l" t="t" r="r" b="b"/>
                    <a:pathLst>
                      <a:path w="15344" h="1059" extrusionOk="0">
                        <a:moveTo>
                          <a:pt x="408" y="0"/>
                        </a:moveTo>
                        <a:cubicBezTo>
                          <a:pt x="204" y="0"/>
                          <a:pt x="1" y="204"/>
                          <a:pt x="1" y="407"/>
                        </a:cubicBezTo>
                        <a:lnTo>
                          <a:pt x="1" y="651"/>
                        </a:lnTo>
                        <a:cubicBezTo>
                          <a:pt x="1" y="896"/>
                          <a:pt x="204" y="1058"/>
                          <a:pt x="408" y="1058"/>
                        </a:cubicBezTo>
                        <a:lnTo>
                          <a:pt x="14937" y="1058"/>
                        </a:lnTo>
                        <a:cubicBezTo>
                          <a:pt x="15181" y="1058"/>
                          <a:pt x="15344" y="896"/>
                          <a:pt x="15344" y="651"/>
                        </a:cubicBezTo>
                        <a:lnTo>
                          <a:pt x="15344" y="407"/>
                        </a:lnTo>
                        <a:cubicBezTo>
                          <a:pt x="15344" y="204"/>
                          <a:pt x="15181" y="0"/>
                          <a:pt x="1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a:off x="2864569" y="1374783"/>
                    <a:ext cx="375987" cy="17388"/>
                  </a:xfrm>
                  <a:custGeom>
                    <a:avLst/>
                    <a:gdLst/>
                    <a:ahLst/>
                    <a:cxnLst/>
                    <a:rect l="l" t="t" r="r" b="b"/>
                    <a:pathLst>
                      <a:path w="17623" h="815" extrusionOk="0">
                        <a:moveTo>
                          <a:pt x="408" y="0"/>
                        </a:moveTo>
                        <a:cubicBezTo>
                          <a:pt x="163" y="0"/>
                          <a:pt x="1" y="163"/>
                          <a:pt x="1" y="407"/>
                        </a:cubicBezTo>
                        <a:cubicBezTo>
                          <a:pt x="1" y="651"/>
                          <a:pt x="163" y="814"/>
                          <a:pt x="408" y="814"/>
                        </a:cubicBezTo>
                        <a:lnTo>
                          <a:pt x="17216" y="814"/>
                        </a:lnTo>
                        <a:cubicBezTo>
                          <a:pt x="17460" y="814"/>
                          <a:pt x="17623" y="651"/>
                          <a:pt x="17623" y="407"/>
                        </a:cubicBezTo>
                        <a:cubicBezTo>
                          <a:pt x="17623" y="163"/>
                          <a:pt x="17460" y="0"/>
                          <a:pt x="17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a:off x="3502768" y="1102141"/>
                    <a:ext cx="105950" cy="15639"/>
                  </a:xfrm>
                  <a:custGeom>
                    <a:avLst/>
                    <a:gdLst/>
                    <a:ahLst/>
                    <a:cxnLst/>
                    <a:rect l="l" t="t" r="r" b="b"/>
                    <a:pathLst>
                      <a:path w="4966" h="733" extrusionOk="0">
                        <a:moveTo>
                          <a:pt x="0" y="0"/>
                        </a:moveTo>
                        <a:lnTo>
                          <a:pt x="0" y="733"/>
                        </a:lnTo>
                        <a:lnTo>
                          <a:pt x="4965" y="73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p:cNvSpPr/>
                  <p:nvPr/>
                </p:nvSpPr>
                <p:spPr>
                  <a:xfrm>
                    <a:off x="3502768" y="1141206"/>
                    <a:ext cx="105950" cy="15660"/>
                  </a:xfrm>
                  <a:custGeom>
                    <a:avLst/>
                    <a:gdLst/>
                    <a:ahLst/>
                    <a:cxnLst/>
                    <a:rect l="l" t="t" r="r" b="b"/>
                    <a:pathLst>
                      <a:path w="4966" h="734" extrusionOk="0">
                        <a:moveTo>
                          <a:pt x="0" y="1"/>
                        </a:moveTo>
                        <a:lnTo>
                          <a:pt x="0" y="733"/>
                        </a:lnTo>
                        <a:lnTo>
                          <a:pt x="4965" y="733"/>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a:off x="3502768" y="1180270"/>
                    <a:ext cx="105950" cy="16535"/>
                  </a:xfrm>
                  <a:custGeom>
                    <a:avLst/>
                    <a:gdLst/>
                    <a:ahLst/>
                    <a:cxnLst/>
                    <a:rect l="l" t="t" r="r" b="b"/>
                    <a:pathLst>
                      <a:path w="4966" h="775" extrusionOk="0">
                        <a:moveTo>
                          <a:pt x="0" y="1"/>
                        </a:moveTo>
                        <a:lnTo>
                          <a:pt x="0" y="774"/>
                        </a:lnTo>
                        <a:lnTo>
                          <a:pt x="4965" y="774"/>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a:off x="3502768" y="1297507"/>
                    <a:ext cx="105950" cy="16513"/>
                  </a:xfrm>
                  <a:custGeom>
                    <a:avLst/>
                    <a:gdLst/>
                    <a:ahLst/>
                    <a:cxnLst/>
                    <a:rect l="l" t="t" r="r" b="b"/>
                    <a:pathLst>
                      <a:path w="4966" h="774" extrusionOk="0">
                        <a:moveTo>
                          <a:pt x="0" y="0"/>
                        </a:moveTo>
                        <a:lnTo>
                          <a:pt x="0" y="773"/>
                        </a:lnTo>
                        <a:lnTo>
                          <a:pt x="4965" y="77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a:off x="3502768" y="1336572"/>
                    <a:ext cx="105950" cy="16513"/>
                  </a:xfrm>
                  <a:custGeom>
                    <a:avLst/>
                    <a:gdLst/>
                    <a:ahLst/>
                    <a:cxnLst/>
                    <a:rect l="l" t="t" r="r" b="b"/>
                    <a:pathLst>
                      <a:path w="4966" h="774" extrusionOk="0">
                        <a:moveTo>
                          <a:pt x="0" y="0"/>
                        </a:moveTo>
                        <a:lnTo>
                          <a:pt x="0" y="774"/>
                        </a:lnTo>
                        <a:lnTo>
                          <a:pt x="4965" y="774"/>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p:nvPr/>
                </p:nvSpPr>
                <p:spPr>
                  <a:xfrm>
                    <a:off x="2863694" y="989257"/>
                    <a:ext cx="475856" cy="15660"/>
                  </a:xfrm>
                  <a:custGeom>
                    <a:avLst/>
                    <a:gdLst/>
                    <a:ahLst/>
                    <a:cxnLst/>
                    <a:rect l="l" t="t" r="r" b="b"/>
                    <a:pathLst>
                      <a:path w="22304" h="734" extrusionOk="0">
                        <a:moveTo>
                          <a:pt x="1" y="1"/>
                        </a:moveTo>
                        <a:lnTo>
                          <a:pt x="1" y="733"/>
                        </a:lnTo>
                        <a:lnTo>
                          <a:pt x="22303" y="733"/>
                        </a:lnTo>
                        <a:lnTo>
                          <a:pt x="22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p:cNvSpPr/>
                  <p:nvPr/>
                </p:nvSpPr>
                <p:spPr>
                  <a:xfrm>
                    <a:off x="2863694" y="1028321"/>
                    <a:ext cx="475856" cy="14785"/>
                  </a:xfrm>
                  <a:custGeom>
                    <a:avLst/>
                    <a:gdLst/>
                    <a:ahLst/>
                    <a:cxnLst/>
                    <a:rect l="l" t="t" r="r" b="b"/>
                    <a:pathLst>
                      <a:path w="22304" h="693" extrusionOk="0">
                        <a:moveTo>
                          <a:pt x="1" y="1"/>
                        </a:moveTo>
                        <a:lnTo>
                          <a:pt x="1" y="693"/>
                        </a:lnTo>
                        <a:lnTo>
                          <a:pt x="22303" y="693"/>
                        </a:lnTo>
                        <a:lnTo>
                          <a:pt x="22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p:cNvSpPr/>
                  <p:nvPr/>
                </p:nvSpPr>
                <p:spPr>
                  <a:xfrm>
                    <a:off x="3502768" y="973618"/>
                    <a:ext cx="105950" cy="15660"/>
                  </a:xfrm>
                  <a:custGeom>
                    <a:avLst/>
                    <a:gdLst/>
                    <a:ahLst/>
                    <a:cxnLst/>
                    <a:rect l="l" t="t" r="r" b="b"/>
                    <a:pathLst>
                      <a:path w="4966" h="734" extrusionOk="0">
                        <a:moveTo>
                          <a:pt x="0" y="1"/>
                        </a:moveTo>
                        <a:lnTo>
                          <a:pt x="0" y="734"/>
                        </a:lnTo>
                        <a:lnTo>
                          <a:pt x="4965" y="734"/>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p:cNvSpPr/>
                  <p:nvPr/>
                </p:nvSpPr>
                <p:spPr>
                  <a:xfrm>
                    <a:off x="3502768" y="1012704"/>
                    <a:ext cx="105950" cy="15639"/>
                  </a:xfrm>
                  <a:custGeom>
                    <a:avLst/>
                    <a:gdLst/>
                    <a:ahLst/>
                    <a:cxnLst/>
                    <a:rect l="l" t="t" r="r" b="b"/>
                    <a:pathLst>
                      <a:path w="4966" h="733" extrusionOk="0">
                        <a:moveTo>
                          <a:pt x="0" y="0"/>
                        </a:moveTo>
                        <a:lnTo>
                          <a:pt x="0" y="733"/>
                        </a:lnTo>
                        <a:lnTo>
                          <a:pt x="4965" y="73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7" name="Google Shape;137;p15"/>
              <p:cNvSpPr/>
              <p:nvPr/>
            </p:nvSpPr>
            <p:spPr>
              <a:xfrm>
                <a:off x="7027198" y="2412232"/>
                <a:ext cx="1659590" cy="3893464"/>
              </a:xfrm>
              <a:custGeom>
                <a:avLst/>
                <a:gdLst/>
                <a:ahLst/>
                <a:cxnLst/>
                <a:rect l="l" t="t" r="r" b="b"/>
                <a:pathLst>
                  <a:path w="41186" h="96618" extrusionOk="0">
                    <a:moveTo>
                      <a:pt x="32625" y="0"/>
                    </a:moveTo>
                    <a:cubicBezTo>
                      <a:pt x="31062" y="0"/>
                      <a:pt x="26647" y="908"/>
                      <a:pt x="26413" y="11112"/>
                    </a:cubicBezTo>
                    <a:cubicBezTo>
                      <a:pt x="26169" y="23525"/>
                      <a:pt x="26413" y="50263"/>
                      <a:pt x="26413" y="50263"/>
                    </a:cubicBezTo>
                    <a:lnTo>
                      <a:pt x="8954" y="56734"/>
                    </a:lnTo>
                    <a:lnTo>
                      <a:pt x="204" y="70123"/>
                    </a:lnTo>
                    <a:lnTo>
                      <a:pt x="82" y="71507"/>
                    </a:lnTo>
                    <a:cubicBezTo>
                      <a:pt x="0" y="77245"/>
                      <a:pt x="1791" y="82862"/>
                      <a:pt x="5169" y="87501"/>
                    </a:cubicBezTo>
                    <a:lnTo>
                      <a:pt x="5169" y="96617"/>
                    </a:lnTo>
                    <a:lnTo>
                      <a:pt x="28773" y="95234"/>
                    </a:lnTo>
                    <a:lnTo>
                      <a:pt x="41186" y="44484"/>
                    </a:lnTo>
                    <a:lnTo>
                      <a:pt x="33168" y="43"/>
                    </a:lnTo>
                    <a:cubicBezTo>
                      <a:pt x="33168" y="43"/>
                      <a:pt x="32964" y="0"/>
                      <a:pt x="32625" y="0"/>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5"/>
              <p:cNvSpPr/>
              <p:nvPr/>
            </p:nvSpPr>
            <p:spPr>
              <a:xfrm>
                <a:off x="7028810" y="3583081"/>
                <a:ext cx="569086" cy="1776314"/>
              </a:xfrm>
              <a:custGeom>
                <a:avLst/>
                <a:gdLst/>
                <a:ahLst/>
                <a:cxnLst/>
                <a:rect l="l" t="t" r="r" b="b"/>
                <a:pathLst>
                  <a:path w="14123" h="44080" extrusionOk="0">
                    <a:moveTo>
                      <a:pt x="7751" y="1"/>
                    </a:moveTo>
                    <a:cubicBezTo>
                      <a:pt x="4393" y="1"/>
                      <a:pt x="1625" y="2645"/>
                      <a:pt x="1466" y="6028"/>
                    </a:cubicBezTo>
                    <a:lnTo>
                      <a:pt x="1" y="43592"/>
                    </a:lnTo>
                    <a:lnTo>
                      <a:pt x="12536" y="44080"/>
                    </a:lnTo>
                    <a:lnTo>
                      <a:pt x="14001" y="6516"/>
                    </a:lnTo>
                    <a:cubicBezTo>
                      <a:pt x="14123" y="3057"/>
                      <a:pt x="11437" y="127"/>
                      <a:pt x="7978" y="5"/>
                    </a:cubicBezTo>
                    <a:cubicBezTo>
                      <a:pt x="7902" y="2"/>
                      <a:pt x="7826" y="1"/>
                      <a:pt x="7751" y="1"/>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p:nvPr/>
            </p:nvSpPr>
            <p:spPr>
              <a:xfrm>
                <a:off x="7161664" y="3694544"/>
                <a:ext cx="355885" cy="336484"/>
              </a:xfrm>
              <a:custGeom>
                <a:avLst/>
                <a:gdLst/>
                <a:ahLst/>
                <a:cxnLst/>
                <a:rect l="l" t="t" r="r" b="b"/>
                <a:pathLst>
                  <a:path w="8832" h="8350" extrusionOk="0">
                    <a:moveTo>
                      <a:pt x="4381" y="1"/>
                    </a:moveTo>
                    <a:cubicBezTo>
                      <a:pt x="2117" y="1"/>
                      <a:pt x="242" y="1829"/>
                      <a:pt x="163" y="4117"/>
                    </a:cubicBezTo>
                    <a:lnTo>
                      <a:pt x="41" y="7495"/>
                    </a:lnTo>
                    <a:cubicBezTo>
                      <a:pt x="0" y="7779"/>
                      <a:pt x="245" y="8024"/>
                      <a:pt x="530" y="8024"/>
                    </a:cubicBezTo>
                    <a:lnTo>
                      <a:pt x="8058" y="8349"/>
                    </a:lnTo>
                    <a:cubicBezTo>
                      <a:pt x="8343" y="8349"/>
                      <a:pt x="8588" y="8105"/>
                      <a:pt x="8628" y="7820"/>
                    </a:cubicBezTo>
                    <a:lnTo>
                      <a:pt x="8750" y="4442"/>
                    </a:lnTo>
                    <a:cubicBezTo>
                      <a:pt x="8832" y="2082"/>
                      <a:pt x="7000" y="88"/>
                      <a:pt x="4599" y="6"/>
                    </a:cubicBezTo>
                    <a:cubicBezTo>
                      <a:pt x="4526" y="3"/>
                      <a:pt x="4453" y="1"/>
                      <a:pt x="4381"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15"/>
            <p:cNvGrpSpPr/>
            <p:nvPr/>
          </p:nvGrpSpPr>
          <p:grpSpPr>
            <a:xfrm>
              <a:off x="7477451" y="4678450"/>
              <a:ext cx="937075" cy="1561775"/>
              <a:chOff x="5112300" y="3868300"/>
              <a:chExt cx="937075" cy="1561775"/>
            </a:xfrm>
          </p:grpSpPr>
          <p:sp>
            <p:nvSpPr>
              <p:cNvPr id="141" name="Google Shape;141;p15"/>
              <p:cNvSpPr/>
              <p:nvPr/>
            </p:nvSpPr>
            <p:spPr>
              <a:xfrm>
                <a:off x="5195725" y="3868300"/>
                <a:ext cx="779375" cy="217750"/>
              </a:xfrm>
              <a:custGeom>
                <a:avLst/>
                <a:gdLst/>
                <a:ahLst/>
                <a:cxnLst/>
                <a:rect l="l" t="t" r="r" b="b"/>
                <a:pathLst>
                  <a:path w="31175" h="8710" extrusionOk="0">
                    <a:moveTo>
                      <a:pt x="1303" y="1"/>
                    </a:moveTo>
                    <a:cubicBezTo>
                      <a:pt x="570" y="1"/>
                      <a:pt x="1" y="570"/>
                      <a:pt x="1" y="1303"/>
                    </a:cubicBezTo>
                    <a:lnTo>
                      <a:pt x="1" y="7408"/>
                    </a:lnTo>
                    <a:cubicBezTo>
                      <a:pt x="1" y="8099"/>
                      <a:pt x="570" y="8710"/>
                      <a:pt x="1303" y="8710"/>
                    </a:cubicBezTo>
                    <a:lnTo>
                      <a:pt x="29872" y="8710"/>
                    </a:lnTo>
                    <a:cubicBezTo>
                      <a:pt x="30605" y="8710"/>
                      <a:pt x="31175" y="8099"/>
                      <a:pt x="31175" y="7408"/>
                    </a:cubicBezTo>
                    <a:lnTo>
                      <a:pt x="31175" y="1303"/>
                    </a:lnTo>
                    <a:cubicBezTo>
                      <a:pt x="31175" y="570"/>
                      <a:pt x="30605" y="1"/>
                      <a:pt x="298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p:cNvSpPr/>
              <p:nvPr/>
            </p:nvSpPr>
            <p:spPr>
              <a:xfrm>
                <a:off x="5112300" y="4012775"/>
                <a:ext cx="937075" cy="1417300"/>
              </a:xfrm>
              <a:custGeom>
                <a:avLst/>
                <a:gdLst/>
                <a:ahLst/>
                <a:cxnLst/>
                <a:rect l="l" t="t" r="r" b="b"/>
                <a:pathLst>
                  <a:path w="37483" h="56692" extrusionOk="0">
                    <a:moveTo>
                      <a:pt x="3460" y="1"/>
                    </a:moveTo>
                    <a:cubicBezTo>
                      <a:pt x="1547" y="1"/>
                      <a:pt x="0" y="1547"/>
                      <a:pt x="0" y="3460"/>
                    </a:cubicBezTo>
                    <a:lnTo>
                      <a:pt x="0" y="56692"/>
                    </a:lnTo>
                    <a:lnTo>
                      <a:pt x="37482" y="56692"/>
                    </a:lnTo>
                    <a:lnTo>
                      <a:pt x="37482" y="3460"/>
                    </a:lnTo>
                    <a:cubicBezTo>
                      <a:pt x="37482" y="1547"/>
                      <a:pt x="35936" y="1"/>
                      <a:pt x="340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5"/>
              <p:cNvSpPr/>
              <p:nvPr/>
            </p:nvSpPr>
            <p:spPr>
              <a:xfrm>
                <a:off x="5810250" y="4191850"/>
                <a:ext cx="152650" cy="152625"/>
              </a:xfrm>
              <a:custGeom>
                <a:avLst/>
                <a:gdLst/>
                <a:ahLst/>
                <a:cxnLst/>
                <a:rect l="l" t="t" r="r" b="b"/>
                <a:pathLst>
                  <a:path w="6106" h="6105" extrusionOk="0">
                    <a:moveTo>
                      <a:pt x="3053" y="0"/>
                    </a:moveTo>
                    <a:cubicBezTo>
                      <a:pt x="1384" y="0"/>
                      <a:pt x="1" y="1343"/>
                      <a:pt x="1" y="3053"/>
                    </a:cubicBezTo>
                    <a:cubicBezTo>
                      <a:pt x="1" y="4721"/>
                      <a:pt x="1384" y="6105"/>
                      <a:pt x="3053" y="6105"/>
                    </a:cubicBezTo>
                    <a:cubicBezTo>
                      <a:pt x="4722" y="6105"/>
                      <a:pt x="6105" y="4721"/>
                      <a:pt x="6105" y="3053"/>
                    </a:cubicBezTo>
                    <a:cubicBezTo>
                      <a:pt x="6105" y="1343"/>
                      <a:pt x="4722" y="0"/>
                      <a:pt x="30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4" name="Google Shape;144;p15"/>
          <p:cNvSpPr txBox="1"/>
          <p:nvPr/>
        </p:nvSpPr>
        <p:spPr>
          <a:xfrm>
            <a:off x="398575" y="1408075"/>
            <a:ext cx="30000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 Comprehensive income and expense tracking: Enable users to efficiently manage transactions, access them promptly, and apply filters based on specific periods. </a:t>
            </a:r>
            <a:endParaRPr sz="1500"/>
          </a:p>
        </p:txBody>
      </p:sp>
      <p:sp>
        <p:nvSpPr>
          <p:cNvPr id="145" name="Google Shape;145;p15"/>
          <p:cNvSpPr txBox="1"/>
          <p:nvPr/>
        </p:nvSpPr>
        <p:spPr>
          <a:xfrm>
            <a:off x="5933688" y="1523413"/>
            <a:ext cx="3000000" cy="133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 Expense categorisation: Empower users with the ability to categorise their expenses for improved comprehension and effective budget management. </a:t>
            </a:r>
            <a:endParaRPr/>
          </a:p>
        </p:txBody>
      </p:sp>
      <p:sp>
        <p:nvSpPr>
          <p:cNvPr id="146" name="Google Shape;146;p15"/>
          <p:cNvSpPr txBox="1"/>
          <p:nvPr/>
        </p:nvSpPr>
        <p:spPr>
          <a:xfrm>
            <a:off x="617150" y="3600638"/>
            <a:ext cx="3000000" cy="1339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Customisable notifications: Alert users about upcoming payments, rising expenditures, or any missed updates to financial information. </a:t>
            </a:r>
            <a:endParaRPr/>
          </a:p>
        </p:txBody>
      </p:sp>
      <p:sp>
        <p:nvSpPr>
          <p:cNvPr id="147" name="Google Shape;147;p15"/>
          <p:cNvSpPr txBox="1"/>
          <p:nvPr/>
        </p:nvSpPr>
        <p:spPr>
          <a:xfrm>
            <a:off x="5847425" y="3716150"/>
            <a:ext cx="300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Goal-setting capabilities: Allow users to establish and work towards financial targets, such as saving $100 per week. </a:t>
            </a:r>
            <a:endParaRPr/>
          </a:p>
        </p:txBody>
      </p:sp>
      <p:sp>
        <p:nvSpPr>
          <p:cNvPr id="148" name="Google Shape;148;p15"/>
          <p:cNvSpPr/>
          <p:nvPr/>
        </p:nvSpPr>
        <p:spPr>
          <a:xfrm>
            <a:off x="266189" y="873888"/>
            <a:ext cx="587700" cy="587700"/>
          </a:xfrm>
          <a:prstGeom prst="roundRect">
            <a:avLst>
              <a:gd name="adj" fmla="val 16667"/>
            </a:avLst>
          </a:prstGeom>
          <a:solidFill>
            <a:schemeClr val="dk2"/>
          </a:solidFill>
          <a:ln>
            <a:noFill/>
          </a:ln>
        </p:spPr>
        <p:txBody>
          <a:bodyPr spcFirstLastPara="1" wrap="square" lIns="0" tIns="91425" rIns="0" bIns="100575" anchor="ctr" anchorCtr="0">
            <a:noAutofit/>
          </a:bodyPr>
          <a:lstStyle/>
          <a:p>
            <a:pPr marL="0" lvl="0" indent="0" algn="ctr" rtl="0">
              <a:spcBef>
                <a:spcPts val="0"/>
              </a:spcBef>
              <a:spcAft>
                <a:spcPts val="0"/>
              </a:spcAft>
              <a:buNone/>
            </a:pPr>
            <a:r>
              <a:rPr lang="en" sz="2600">
                <a:solidFill>
                  <a:schemeClr val="lt1"/>
                </a:solidFill>
                <a:latin typeface="Fira Sans Extra Condensed SemiBold"/>
                <a:ea typeface="Fira Sans Extra Condensed SemiBold"/>
                <a:cs typeface="Fira Sans Extra Condensed SemiBold"/>
                <a:sym typeface="Fira Sans Extra Condensed SemiBold"/>
              </a:rPr>
              <a:t>01</a:t>
            </a: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149" name="Google Shape;149;p15"/>
          <p:cNvSpPr/>
          <p:nvPr/>
        </p:nvSpPr>
        <p:spPr>
          <a:xfrm>
            <a:off x="5569414" y="3041513"/>
            <a:ext cx="587700" cy="587700"/>
          </a:xfrm>
          <a:prstGeom prst="roundRect">
            <a:avLst>
              <a:gd name="adj" fmla="val 16667"/>
            </a:avLst>
          </a:prstGeom>
          <a:solidFill>
            <a:schemeClr val="dk2"/>
          </a:solidFill>
          <a:ln>
            <a:noFill/>
          </a:ln>
        </p:spPr>
        <p:txBody>
          <a:bodyPr spcFirstLastPara="1" wrap="square" lIns="0" tIns="91425" rIns="0" bIns="100575" anchor="ctr" anchorCtr="0">
            <a:noAutofit/>
          </a:bodyPr>
          <a:lstStyle/>
          <a:p>
            <a:pPr marL="0" lvl="0" indent="0" algn="ctr" rtl="0">
              <a:spcBef>
                <a:spcPts val="0"/>
              </a:spcBef>
              <a:spcAft>
                <a:spcPts val="0"/>
              </a:spcAft>
              <a:buNone/>
            </a:pPr>
            <a:r>
              <a:rPr lang="en" sz="2600">
                <a:solidFill>
                  <a:schemeClr val="lt1"/>
                </a:solidFill>
                <a:latin typeface="Fira Sans Extra Condensed SemiBold"/>
                <a:ea typeface="Fira Sans Extra Condensed SemiBold"/>
                <a:cs typeface="Fira Sans Extra Condensed SemiBold"/>
                <a:sym typeface="Fira Sans Extra Condensed SemiBold"/>
              </a:rPr>
              <a:t>04</a:t>
            </a: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150" name="Google Shape;150;p15"/>
          <p:cNvSpPr/>
          <p:nvPr/>
        </p:nvSpPr>
        <p:spPr>
          <a:xfrm>
            <a:off x="266189" y="3041513"/>
            <a:ext cx="587700" cy="587700"/>
          </a:xfrm>
          <a:prstGeom prst="roundRect">
            <a:avLst>
              <a:gd name="adj" fmla="val 16667"/>
            </a:avLst>
          </a:prstGeom>
          <a:solidFill>
            <a:schemeClr val="dk2"/>
          </a:solidFill>
          <a:ln>
            <a:noFill/>
          </a:ln>
        </p:spPr>
        <p:txBody>
          <a:bodyPr spcFirstLastPara="1" wrap="square" lIns="0" tIns="91425" rIns="0" bIns="100575" anchor="ctr" anchorCtr="0">
            <a:noAutofit/>
          </a:bodyPr>
          <a:lstStyle/>
          <a:p>
            <a:pPr marL="0" lvl="0" indent="0" algn="ctr" rtl="0">
              <a:spcBef>
                <a:spcPts val="0"/>
              </a:spcBef>
              <a:spcAft>
                <a:spcPts val="0"/>
              </a:spcAft>
              <a:buNone/>
            </a:pPr>
            <a:r>
              <a:rPr lang="en" sz="2600">
                <a:solidFill>
                  <a:schemeClr val="lt1"/>
                </a:solidFill>
                <a:latin typeface="Fira Sans Extra Condensed SemiBold"/>
                <a:ea typeface="Fira Sans Extra Condensed SemiBold"/>
                <a:cs typeface="Fira Sans Extra Condensed SemiBold"/>
                <a:sym typeface="Fira Sans Extra Condensed SemiBold"/>
              </a:rPr>
              <a:t>03</a:t>
            </a: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151" name="Google Shape;151;p15"/>
          <p:cNvSpPr/>
          <p:nvPr/>
        </p:nvSpPr>
        <p:spPr>
          <a:xfrm>
            <a:off x="5569414" y="873888"/>
            <a:ext cx="587700" cy="587700"/>
          </a:xfrm>
          <a:prstGeom prst="roundRect">
            <a:avLst>
              <a:gd name="adj" fmla="val 16667"/>
            </a:avLst>
          </a:prstGeom>
          <a:solidFill>
            <a:schemeClr val="dk2"/>
          </a:solidFill>
          <a:ln>
            <a:noFill/>
          </a:ln>
        </p:spPr>
        <p:txBody>
          <a:bodyPr spcFirstLastPara="1" wrap="square" lIns="0" tIns="91425" rIns="0" bIns="100575" anchor="ctr" anchorCtr="0">
            <a:noAutofit/>
          </a:bodyPr>
          <a:lstStyle/>
          <a:p>
            <a:pPr marL="0" lvl="0" indent="0" algn="ctr" rtl="0">
              <a:spcBef>
                <a:spcPts val="0"/>
              </a:spcBef>
              <a:spcAft>
                <a:spcPts val="0"/>
              </a:spcAft>
              <a:buNone/>
            </a:pPr>
            <a:r>
              <a:rPr lang="en" sz="2600">
                <a:solidFill>
                  <a:schemeClr val="lt1"/>
                </a:solidFill>
                <a:latin typeface="Fira Sans Extra Condensed SemiBold"/>
                <a:ea typeface="Fira Sans Extra Condensed SemiBold"/>
                <a:cs typeface="Fira Sans Extra Condensed SemiBold"/>
                <a:sym typeface="Fira Sans Extra Condensed SemiBold"/>
              </a:rPr>
              <a:t>02</a:t>
            </a: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6"/>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Project objectives</a:t>
            </a:r>
            <a:endParaRPr/>
          </a:p>
        </p:txBody>
      </p:sp>
      <p:grpSp>
        <p:nvGrpSpPr>
          <p:cNvPr id="157" name="Google Shape;157;p16"/>
          <p:cNvGrpSpPr/>
          <p:nvPr/>
        </p:nvGrpSpPr>
        <p:grpSpPr>
          <a:xfrm>
            <a:off x="3997963" y="1721047"/>
            <a:ext cx="1148074" cy="3919916"/>
            <a:chOff x="7136861" y="1721069"/>
            <a:chExt cx="1323581" cy="4519156"/>
          </a:xfrm>
        </p:grpSpPr>
        <p:grpSp>
          <p:nvGrpSpPr>
            <p:cNvPr id="158" name="Google Shape;158;p16"/>
            <p:cNvGrpSpPr/>
            <p:nvPr/>
          </p:nvGrpSpPr>
          <p:grpSpPr>
            <a:xfrm>
              <a:off x="7136861" y="1721069"/>
              <a:ext cx="1323581" cy="3114450"/>
              <a:chOff x="6181904" y="411581"/>
              <a:chExt cx="2504884" cy="5894115"/>
            </a:xfrm>
          </p:grpSpPr>
          <p:grpSp>
            <p:nvGrpSpPr>
              <p:cNvPr id="159" name="Google Shape;159;p16"/>
              <p:cNvGrpSpPr/>
              <p:nvPr/>
            </p:nvGrpSpPr>
            <p:grpSpPr>
              <a:xfrm>
                <a:off x="6181904" y="411581"/>
                <a:ext cx="1930628" cy="4320097"/>
                <a:chOff x="6228545" y="411611"/>
                <a:chExt cx="1884275" cy="4216374"/>
              </a:xfrm>
            </p:grpSpPr>
            <p:sp>
              <p:nvSpPr>
                <p:cNvPr id="160" name="Google Shape;160;p16"/>
                <p:cNvSpPr/>
                <p:nvPr/>
              </p:nvSpPr>
              <p:spPr>
                <a:xfrm>
                  <a:off x="6228545" y="996979"/>
                  <a:ext cx="1884275" cy="3631006"/>
                </a:xfrm>
                <a:custGeom>
                  <a:avLst/>
                  <a:gdLst/>
                  <a:ahLst/>
                  <a:cxnLst/>
                  <a:rect l="l" t="t" r="r" b="b"/>
                  <a:pathLst>
                    <a:path w="46762" h="90105" extrusionOk="0">
                      <a:moveTo>
                        <a:pt x="6431" y="0"/>
                      </a:moveTo>
                      <a:cubicBezTo>
                        <a:pt x="2890" y="0"/>
                        <a:pt x="1" y="2849"/>
                        <a:pt x="1" y="6431"/>
                      </a:cubicBezTo>
                      <a:lnTo>
                        <a:pt x="1" y="83674"/>
                      </a:lnTo>
                      <a:cubicBezTo>
                        <a:pt x="1" y="87215"/>
                        <a:pt x="2890" y="90104"/>
                        <a:pt x="6431" y="90104"/>
                      </a:cubicBezTo>
                      <a:lnTo>
                        <a:pt x="40332" y="90104"/>
                      </a:lnTo>
                      <a:cubicBezTo>
                        <a:pt x="43913" y="90104"/>
                        <a:pt x="46762" y="87215"/>
                        <a:pt x="46762" y="83674"/>
                      </a:cubicBezTo>
                      <a:lnTo>
                        <a:pt x="46762" y="6431"/>
                      </a:lnTo>
                      <a:cubicBezTo>
                        <a:pt x="46762" y="2849"/>
                        <a:pt x="43913" y="0"/>
                        <a:pt x="403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6"/>
                <p:cNvSpPr/>
                <p:nvPr/>
              </p:nvSpPr>
              <p:spPr>
                <a:xfrm>
                  <a:off x="6343347" y="1393870"/>
                  <a:ext cx="1654674" cy="2886429"/>
                </a:xfrm>
                <a:custGeom>
                  <a:avLst/>
                  <a:gdLst/>
                  <a:ahLst/>
                  <a:cxnLst/>
                  <a:rect l="l" t="t" r="r" b="b"/>
                  <a:pathLst>
                    <a:path w="41064" h="71628" extrusionOk="0">
                      <a:moveTo>
                        <a:pt x="977" y="0"/>
                      </a:moveTo>
                      <a:cubicBezTo>
                        <a:pt x="448" y="0"/>
                        <a:pt x="1" y="407"/>
                        <a:pt x="1" y="936"/>
                      </a:cubicBezTo>
                      <a:lnTo>
                        <a:pt x="1" y="70650"/>
                      </a:lnTo>
                      <a:cubicBezTo>
                        <a:pt x="1" y="71180"/>
                        <a:pt x="448" y="71627"/>
                        <a:pt x="977" y="71627"/>
                      </a:cubicBezTo>
                      <a:lnTo>
                        <a:pt x="40087" y="71627"/>
                      </a:lnTo>
                      <a:cubicBezTo>
                        <a:pt x="40616" y="71627"/>
                        <a:pt x="41064" y="71180"/>
                        <a:pt x="41064" y="70650"/>
                      </a:cubicBezTo>
                      <a:lnTo>
                        <a:pt x="41064" y="936"/>
                      </a:lnTo>
                      <a:cubicBezTo>
                        <a:pt x="41064" y="407"/>
                        <a:pt x="40616" y="0"/>
                        <a:pt x="400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6"/>
                <p:cNvSpPr/>
                <p:nvPr/>
              </p:nvSpPr>
              <p:spPr>
                <a:xfrm>
                  <a:off x="6561465" y="3107649"/>
                  <a:ext cx="1218481" cy="624893"/>
                </a:xfrm>
                <a:custGeom>
                  <a:avLst/>
                  <a:gdLst/>
                  <a:ahLst/>
                  <a:cxnLst/>
                  <a:rect l="l" t="t" r="r" b="b"/>
                  <a:pathLst>
                    <a:path w="30239" h="15507" extrusionOk="0">
                      <a:moveTo>
                        <a:pt x="1181" y="1"/>
                      </a:moveTo>
                      <a:cubicBezTo>
                        <a:pt x="529" y="1"/>
                        <a:pt x="0" y="530"/>
                        <a:pt x="0" y="1181"/>
                      </a:cubicBezTo>
                      <a:lnTo>
                        <a:pt x="0" y="14326"/>
                      </a:lnTo>
                      <a:cubicBezTo>
                        <a:pt x="0" y="14977"/>
                        <a:pt x="529" y="15506"/>
                        <a:pt x="1181" y="15506"/>
                      </a:cubicBezTo>
                      <a:lnTo>
                        <a:pt x="29058" y="15506"/>
                      </a:lnTo>
                      <a:cubicBezTo>
                        <a:pt x="29709" y="15506"/>
                        <a:pt x="30238" y="14977"/>
                        <a:pt x="30238" y="14326"/>
                      </a:cubicBezTo>
                      <a:lnTo>
                        <a:pt x="30238" y="1181"/>
                      </a:lnTo>
                      <a:cubicBezTo>
                        <a:pt x="30238" y="530"/>
                        <a:pt x="29709" y="1"/>
                        <a:pt x="290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 name="Google Shape;163;p16"/>
                <p:cNvGrpSpPr/>
                <p:nvPr/>
              </p:nvGrpSpPr>
              <p:grpSpPr>
                <a:xfrm>
                  <a:off x="6453232" y="1797290"/>
                  <a:ext cx="1448052" cy="929909"/>
                  <a:chOff x="2805798" y="1744892"/>
                  <a:chExt cx="845035" cy="542632"/>
                </a:xfrm>
              </p:grpSpPr>
              <p:sp>
                <p:nvSpPr>
                  <p:cNvPr id="164" name="Google Shape;164;p16"/>
                  <p:cNvSpPr/>
                  <p:nvPr/>
                </p:nvSpPr>
                <p:spPr>
                  <a:xfrm>
                    <a:off x="2805798" y="1744892"/>
                    <a:ext cx="845035" cy="542632"/>
                  </a:xfrm>
                  <a:custGeom>
                    <a:avLst/>
                    <a:gdLst/>
                    <a:ahLst/>
                    <a:cxnLst/>
                    <a:rect l="l" t="t" r="r" b="b"/>
                    <a:pathLst>
                      <a:path w="35936" h="23076" extrusionOk="0">
                        <a:moveTo>
                          <a:pt x="1547" y="1"/>
                        </a:moveTo>
                        <a:cubicBezTo>
                          <a:pt x="692" y="1"/>
                          <a:pt x="0" y="692"/>
                          <a:pt x="0" y="1506"/>
                        </a:cubicBezTo>
                        <a:lnTo>
                          <a:pt x="0" y="21570"/>
                        </a:lnTo>
                        <a:cubicBezTo>
                          <a:pt x="0" y="22425"/>
                          <a:pt x="692" y="23076"/>
                          <a:pt x="1547" y="23076"/>
                        </a:cubicBezTo>
                        <a:lnTo>
                          <a:pt x="34430" y="23076"/>
                        </a:lnTo>
                        <a:cubicBezTo>
                          <a:pt x="35244" y="23076"/>
                          <a:pt x="35936" y="22425"/>
                          <a:pt x="35936" y="21570"/>
                        </a:cubicBezTo>
                        <a:lnTo>
                          <a:pt x="35936" y="1506"/>
                        </a:lnTo>
                        <a:cubicBezTo>
                          <a:pt x="35936" y="692"/>
                          <a:pt x="35244" y="1"/>
                          <a:pt x="344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p:nvPr/>
                </p:nvSpPr>
                <p:spPr>
                  <a:xfrm>
                    <a:off x="2805817" y="1835800"/>
                    <a:ext cx="844997" cy="100527"/>
                  </a:xfrm>
                  <a:custGeom>
                    <a:avLst/>
                    <a:gdLst/>
                    <a:ahLst/>
                    <a:cxnLst/>
                    <a:rect l="l" t="t" r="r" b="b"/>
                    <a:pathLst>
                      <a:path w="36791" h="4275" extrusionOk="0">
                        <a:moveTo>
                          <a:pt x="0" y="1"/>
                        </a:moveTo>
                        <a:lnTo>
                          <a:pt x="0" y="4274"/>
                        </a:lnTo>
                        <a:lnTo>
                          <a:pt x="36791" y="4274"/>
                        </a:lnTo>
                        <a:lnTo>
                          <a:pt x="367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6"/>
                  <p:cNvSpPr/>
                  <p:nvPr/>
                </p:nvSpPr>
                <p:spPr>
                  <a:xfrm>
                    <a:off x="2848866" y="1989895"/>
                    <a:ext cx="758900" cy="99539"/>
                  </a:xfrm>
                  <a:custGeom>
                    <a:avLst/>
                    <a:gdLst/>
                    <a:ahLst/>
                    <a:cxnLst/>
                    <a:rect l="l" t="t" r="r" b="b"/>
                    <a:pathLst>
                      <a:path w="32273" h="4233" extrusionOk="0">
                        <a:moveTo>
                          <a:pt x="0" y="0"/>
                        </a:moveTo>
                        <a:lnTo>
                          <a:pt x="0" y="4233"/>
                        </a:lnTo>
                        <a:lnTo>
                          <a:pt x="32273" y="4233"/>
                        </a:lnTo>
                        <a:lnTo>
                          <a:pt x="32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16"/>
                <p:cNvSpPr/>
                <p:nvPr/>
              </p:nvSpPr>
              <p:spPr>
                <a:xfrm>
                  <a:off x="6387302" y="1200218"/>
                  <a:ext cx="1566779" cy="102704"/>
                </a:xfrm>
                <a:custGeom>
                  <a:avLst/>
                  <a:gdLst/>
                  <a:ahLst/>
                  <a:cxnLst/>
                  <a:rect l="l" t="t" r="r" b="b"/>
                  <a:pathLst>
                    <a:path w="42855" h="2809" extrusionOk="0">
                      <a:moveTo>
                        <a:pt x="1" y="1"/>
                      </a:moveTo>
                      <a:lnTo>
                        <a:pt x="1" y="2809"/>
                      </a:lnTo>
                      <a:lnTo>
                        <a:pt x="42855" y="2809"/>
                      </a:lnTo>
                      <a:lnTo>
                        <a:pt x="42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16"/>
                <p:cNvGrpSpPr/>
                <p:nvPr/>
              </p:nvGrpSpPr>
              <p:grpSpPr>
                <a:xfrm>
                  <a:off x="6461701" y="411611"/>
                  <a:ext cx="1417966" cy="857081"/>
                  <a:chOff x="2810741" y="936303"/>
                  <a:chExt cx="827478" cy="500135"/>
                </a:xfrm>
              </p:grpSpPr>
              <p:sp>
                <p:nvSpPr>
                  <p:cNvPr id="169" name="Google Shape;169;p16"/>
                  <p:cNvSpPr/>
                  <p:nvPr/>
                </p:nvSpPr>
                <p:spPr>
                  <a:xfrm>
                    <a:off x="2810741" y="936303"/>
                    <a:ext cx="827478" cy="500135"/>
                  </a:xfrm>
                  <a:custGeom>
                    <a:avLst/>
                    <a:gdLst/>
                    <a:ahLst/>
                    <a:cxnLst/>
                    <a:rect l="l" t="t" r="r" b="b"/>
                    <a:pathLst>
                      <a:path w="38785" h="23442" extrusionOk="0">
                        <a:moveTo>
                          <a:pt x="896" y="0"/>
                        </a:moveTo>
                        <a:cubicBezTo>
                          <a:pt x="407" y="0"/>
                          <a:pt x="0" y="366"/>
                          <a:pt x="0" y="855"/>
                        </a:cubicBezTo>
                        <a:lnTo>
                          <a:pt x="0" y="22587"/>
                        </a:lnTo>
                        <a:cubicBezTo>
                          <a:pt x="0" y="23075"/>
                          <a:pt x="407" y="23442"/>
                          <a:pt x="896" y="23442"/>
                        </a:cubicBezTo>
                        <a:lnTo>
                          <a:pt x="37930" y="23442"/>
                        </a:lnTo>
                        <a:cubicBezTo>
                          <a:pt x="38419" y="23442"/>
                          <a:pt x="38785" y="23075"/>
                          <a:pt x="38785" y="22587"/>
                        </a:cubicBezTo>
                        <a:lnTo>
                          <a:pt x="38785" y="855"/>
                        </a:lnTo>
                        <a:cubicBezTo>
                          <a:pt x="38785" y="366"/>
                          <a:pt x="38419" y="0"/>
                          <a:pt x="379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6"/>
                  <p:cNvSpPr/>
                  <p:nvPr/>
                </p:nvSpPr>
                <p:spPr>
                  <a:xfrm>
                    <a:off x="2863694" y="1085628"/>
                    <a:ext cx="562668" cy="21740"/>
                  </a:xfrm>
                  <a:custGeom>
                    <a:avLst/>
                    <a:gdLst/>
                    <a:ahLst/>
                    <a:cxnLst/>
                    <a:rect l="l" t="t" r="r" b="b"/>
                    <a:pathLst>
                      <a:path w="26373" h="1019" extrusionOk="0">
                        <a:moveTo>
                          <a:pt x="408" y="1"/>
                        </a:moveTo>
                        <a:cubicBezTo>
                          <a:pt x="204" y="1"/>
                          <a:pt x="1" y="204"/>
                          <a:pt x="1" y="408"/>
                        </a:cubicBezTo>
                        <a:lnTo>
                          <a:pt x="1" y="611"/>
                        </a:lnTo>
                        <a:cubicBezTo>
                          <a:pt x="1" y="815"/>
                          <a:pt x="204" y="1018"/>
                          <a:pt x="408" y="1018"/>
                        </a:cubicBezTo>
                        <a:lnTo>
                          <a:pt x="25966" y="1018"/>
                        </a:lnTo>
                        <a:cubicBezTo>
                          <a:pt x="26210" y="1018"/>
                          <a:pt x="26373" y="815"/>
                          <a:pt x="26373" y="611"/>
                        </a:cubicBezTo>
                        <a:lnTo>
                          <a:pt x="26373" y="408"/>
                        </a:lnTo>
                        <a:cubicBezTo>
                          <a:pt x="26373" y="204"/>
                          <a:pt x="26210" y="1"/>
                          <a:pt x="259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6"/>
                  <p:cNvSpPr/>
                  <p:nvPr/>
                </p:nvSpPr>
                <p:spPr>
                  <a:xfrm>
                    <a:off x="2863694" y="1136875"/>
                    <a:ext cx="327364" cy="27800"/>
                  </a:xfrm>
                  <a:custGeom>
                    <a:avLst/>
                    <a:gdLst/>
                    <a:ahLst/>
                    <a:cxnLst/>
                    <a:rect l="l" t="t" r="r" b="b"/>
                    <a:pathLst>
                      <a:path w="15344" h="1303" extrusionOk="0">
                        <a:moveTo>
                          <a:pt x="408" y="0"/>
                        </a:moveTo>
                        <a:cubicBezTo>
                          <a:pt x="204" y="0"/>
                          <a:pt x="1" y="204"/>
                          <a:pt x="1" y="407"/>
                        </a:cubicBezTo>
                        <a:lnTo>
                          <a:pt x="1" y="895"/>
                        </a:lnTo>
                        <a:cubicBezTo>
                          <a:pt x="1" y="1099"/>
                          <a:pt x="204" y="1302"/>
                          <a:pt x="408" y="1302"/>
                        </a:cubicBezTo>
                        <a:lnTo>
                          <a:pt x="14937" y="1302"/>
                        </a:lnTo>
                        <a:cubicBezTo>
                          <a:pt x="15181" y="1302"/>
                          <a:pt x="15344" y="1099"/>
                          <a:pt x="15344" y="895"/>
                        </a:cubicBezTo>
                        <a:lnTo>
                          <a:pt x="15344" y="407"/>
                        </a:lnTo>
                        <a:cubicBezTo>
                          <a:pt x="15344" y="204"/>
                          <a:pt x="15181" y="0"/>
                          <a:pt x="1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6"/>
                  <p:cNvSpPr/>
                  <p:nvPr/>
                </p:nvSpPr>
                <p:spPr>
                  <a:xfrm>
                    <a:off x="2863694" y="1192431"/>
                    <a:ext cx="510568" cy="26071"/>
                  </a:xfrm>
                  <a:custGeom>
                    <a:avLst/>
                    <a:gdLst/>
                    <a:ahLst/>
                    <a:cxnLst/>
                    <a:rect l="l" t="t" r="r" b="b"/>
                    <a:pathLst>
                      <a:path w="23931" h="1222" extrusionOk="0">
                        <a:moveTo>
                          <a:pt x="408" y="1"/>
                        </a:moveTo>
                        <a:cubicBezTo>
                          <a:pt x="204" y="1"/>
                          <a:pt x="1" y="163"/>
                          <a:pt x="1" y="408"/>
                        </a:cubicBezTo>
                        <a:lnTo>
                          <a:pt x="1" y="815"/>
                        </a:lnTo>
                        <a:cubicBezTo>
                          <a:pt x="1" y="1018"/>
                          <a:pt x="204" y="1222"/>
                          <a:pt x="408" y="1222"/>
                        </a:cubicBezTo>
                        <a:lnTo>
                          <a:pt x="23524" y="1222"/>
                        </a:lnTo>
                        <a:cubicBezTo>
                          <a:pt x="23727" y="1222"/>
                          <a:pt x="23931" y="1018"/>
                          <a:pt x="23931" y="815"/>
                        </a:cubicBezTo>
                        <a:lnTo>
                          <a:pt x="23931" y="408"/>
                        </a:lnTo>
                        <a:cubicBezTo>
                          <a:pt x="23931" y="163"/>
                          <a:pt x="23727" y="1"/>
                          <a:pt x="23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6"/>
                  <p:cNvSpPr/>
                  <p:nvPr/>
                </p:nvSpPr>
                <p:spPr>
                  <a:xfrm>
                    <a:off x="2863694" y="1264502"/>
                    <a:ext cx="494076" cy="17388"/>
                  </a:xfrm>
                  <a:custGeom>
                    <a:avLst/>
                    <a:gdLst/>
                    <a:ahLst/>
                    <a:cxnLst/>
                    <a:rect l="l" t="t" r="r" b="b"/>
                    <a:pathLst>
                      <a:path w="23158" h="815" extrusionOk="0">
                        <a:moveTo>
                          <a:pt x="449" y="1"/>
                        </a:moveTo>
                        <a:cubicBezTo>
                          <a:pt x="204" y="1"/>
                          <a:pt x="1" y="204"/>
                          <a:pt x="42" y="408"/>
                        </a:cubicBezTo>
                        <a:cubicBezTo>
                          <a:pt x="42" y="652"/>
                          <a:pt x="204" y="814"/>
                          <a:pt x="449" y="814"/>
                        </a:cubicBezTo>
                        <a:lnTo>
                          <a:pt x="22751" y="814"/>
                        </a:lnTo>
                        <a:cubicBezTo>
                          <a:pt x="22995" y="814"/>
                          <a:pt x="23158" y="652"/>
                          <a:pt x="23158" y="408"/>
                        </a:cubicBezTo>
                        <a:cubicBezTo>
                          <a:pt x="23158" y="204"/>
                          <a:pt x="22995" y="1"/>
                          <a:pt x="22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6"/>
                  <p:cNvSpPr/>
                  <p:nvPr/>
                </p:nvSpPr>
                <p:spPr>
                  <a:xfrm>
                    <a:off x="2863694" y="1311396"/>
                    <a:ext cx="327364" cy="22594"/>
                  </a:xfrm>
                  <a:custGeom>
                    <a:avLst/>
                    <a:gdLst/>
                    <a:ahLst/>
                    <a:cxnLst/>
                    <a:rect l="l" t="t" r="r" b="b"/>
                    <a:pathLst>
                      <a:path w="15344" h="1059" extrusionOk="0">
                        <a:moveTo>
                          <a:pt x="408" y="0"/>
                        </a:moveTo>
                        <a:cubicBezTo>
                          <a:pt x="204" y="0"/>
                          <a:pt x="1" y="204"/>
                          <a:pt x="1" y="407"/>
                        </a:cubicBezTo>
                        <a:lnTo>
                          <a:pt x="1" y="651"/>
                        </a:lnTo>
                        <a:cubicBezTo>
                          <a:pt x="1" y="896"/>
                          <a:pt x="204" y="1058"/>
                          <a:pt x="408" y="1058"/>
                        </a:cubicBezTo>
                        <a:lnTo>
                          <a:pt x="14937" y="1058"/>
                        </a:lnTo>
                        <a:cubicBezTo>
                          <a:pt x="15181" y="1058"/>
                          <a:pt x="15344" y="896"/>
                          <a:pt x="15344" y="651"/>
                        </a:cubicBezTo>
                        <a:lnTo>
                          <a:pt x="15344" y="407"/>
                        </a:lnTo>
                        <a:cubicBezTo>
                          <a:pt x="15344" y="204"/>
                          <a:pt x="15181" y="0"/>
                          <a:pt x="1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6"/>
                  <p:cNvSpPr/>
                  <p:nvPr/>
                </p:nvSpPr>
                <p:spPr>
                  <a:xfrm>
                    <a:off x="2864569" y="1374783"/>
                    <a:ext cx="375987" cy="17388"/>
                  </a:xfrm>
                  <a:custGeom>
                    <a:avLst/>
                    <a:gdLst/>
                    <a:ahLst/>
                    <a:cxnLst/>
                    <a:rect l="l" t="t" r="r" b="b"/>
                    <a:pathLst>
                      <a:path w="17623" h="815" extrusionOk="0">
                        <a:moveTo>
                          <a:pt x="408" y="0"/>
                        </a:moveTo>
                        <a:cubicBezTo>
                          <a:pt x="163" y="0"/>
                          <a:pt x="1" y="163"/>
                          <a:pt x="1" y="407"/>
                        </a:cubicBezTo>
                        <a:cubicBezTo>
                          <a:pt x="1" y="651"/>
                          <a:pt x="163" y="814"/>
                          <a:pt x="408" y="814"/>
                        </a:cubicBezTo>
                        <a:lnTo>
                          <a:pt x="17216" y="814"/>
                        </a:lnTo>
                        <a:cubicBezTo>
                          <a:pt x="17460" y="814"/>
                          <a:pt x="17623" y="651"/>
                          <a:pt x="17623" y="407"/>
                        </a:cubicBezTo>
                        <a:cubicBezTo>
                          <a:pt x="17623" y="163"/>
                          <a:pt x="17460" y="0"/>
                          <a:pt x="17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6"/>
                  <p:cNvSpPr/>
                  <p:nvPr/>
                </p:nvSpPr>
                <p:spPr>
                  <a:xfrm>
                    <a:off x="3502768" y="1102141"/>
                    <a:ext cx="105950" cy="15639"/>
                  </a:xfrm>
                  <a:custGeom>
                    <a:avLst/>
                    <a:gdLst/>
                    <a:ahLst/>
                    <a:cxnLst/>
                    <a:rect l="l" t="t" r="r" b="b"/>
                    <a:pathLst>
                      <a:path w="4966" h="733" extrusionOk="0">
                        <a:moveTo>
                          <a:pt x="0" y="0"/>
                        </a:moveTo>
                        <a:lnTo>
                          <a:pt x="0" y="733"/>
                        </a:lnTo>
                        <a:lnTo>
                          <a:pt x="4965" y="73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6"/>
                  <p:cNvSpPr/>
                  <p:nvPr/>
                </p:nvSpPr>
                <p:spPr>
                  <a:xfrm>
                    <a:off x="3502768" y="1141206"/>
                    <a:ext cx="105950" cy="15660"/>
                  </a:xfrm>
                  <a:custGeom>
                    <a:avLst/>
                    <a:gdLst/>
                    <a:ahLst/>
                    <a:cxnLst/>
                    <a:rect l="l" t="t" r="r" b="b"/>
                    <a:pathLst>
                      <a:path w="4966" h="734" extrusionOk="0">
                        <a:moveTo>
                          <a:pt x="0" y="1"/>
                        </a:moveTo>
                        <a:lnTo>
                          <a:pt x="0" y="733"/>
                        </a:lnTo>
                        <a:lnTo>
                          <a:pt x="4965" y="733"/>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6"/>
                  <p:cNvSpPr/>
                  <p:nvPr/>
                </p:nvSpPr>
                <p:spPr>
                  <a:xfrm>
                    <a:off x="3502768" y="1180270"/>
                    <a:ext cx="105950" cy="16535"/>
                  </a:xfrm>
                  <a:custGeom>
                    <a:avLst/>
                    <a:gdLst/>
                    <a:ahLst/>
                    <a:cxnLst/>
                    <a:rect l="l" t="t" r="r" b="b"/>
                    <a:pathLst>
                      <a:path w="4966" h="775" extrusionOk="0">
                        <a:moveTo>
                          <a:pt x="0" y="1"/>
                        </a:moveTo>
                        <a:lnTo>
                          <a:pt x="0" y="774"/>
                        </a:lnTo>
                        <a:lnTo>
                          <a:pt x="4965" y="774"/>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6"/>
                  <p:cNvSpPr/>
                  <p:nvPr/>
                </p:nvSpPr>
                <p:spPr>
                  <a:xfrm>
                    <a:off x="3502768" y="1297507"/>
                    <a:ext cx="105950" cy="16513"/>
                  </a:xfrm>
                  <a:custGeom>
                    <a:avLst/>
                    <a:gdLst/>
                    <a:ahLst/>
                    <a:cxnLst/>
                    <a:rect l="l" t="t" r="r" b="b"/>
                    <a:pathLst>
                      <a:path w="4966" h="774" extrusionOk="0">
                        <a:moveTo>
                          <a:pt x="0" y="0"/>
                        </a:moveTo>
                        <a:lnTo>
                          <a:pt x="0" y="773"/>
                        </a:lnTo>
                        <a:lnTo>
                          <a:pt x="4965" y="77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6"/>
                  <p:cNvSpPr/>
                  <p:nvPr/>
                </p:nvSpPr>
                <p:spPr>
                  <a:xfrm>
                    <a:off x="3502768" y="1336572"/>
                    <a:ext cx="105950" cy="16513"/>
                  </a:xfrm>
                  <a:custGeom>
                    <a:avLst/>
                    <a:gdLst/>
                    <a:ahLst/>
                    <a:cxnLst/>
                    <a:rect l="l" t="t" r="r" b="b"/>
                    <a:pathLst>
                      <a:path w="4966" h="774" extrusionOk="0">
                        <a:moveTo>
                          <a:pt x="0" y="0"/>
                        </a:moveTo>
                        <a:lnTo>
                          <a:pt x="0" y="774"/>
                        </a:lnTo>
                        <a:lnTo>
                          <a:pt x="4965" y="774"/>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6"/>
                  <p:cNvSpPr/>
                  <p:nvPr/>
                </p:nvSpPr>
                <p:spPr>
                  <a:xfrm>
                    <a:off x="2863694" y="989257"/>
                    <a:ext cx="475856" cy="15660"/>
                  </a:xfrm>
                  <a:custGeom>
                    <a:avLst/>
                    <a:gdLst/>
                    <a:ahLst/>
                    <a:cxnLst/>
                    <a:rect l="l" t="t" r="r" b="b"/>
                    <a:pathLst>
                      <a:path w="22304" h="734" extrusionOk="0">
                        <a:moveTo>
                          <a:pt x="1" y="1"/>
                        </a:moveTo>
                        <a:lnTo>
                          <a:pt x="1" y="733"/>
                        </a:lnTo>
                        <a:lnTo>
                          <a:pt x="22303" y="733"/>
                        </a:lnTo>
                        <a:lnTo>
                          <a:pt x="22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6"/>
                  <p:cNvSpPr/>
                  <p:nvPr/>
                </p:nvSpPr>
                <p:spPr>
                  <a:xfrm>
                    <a:off x="2863694" y="1028321"/>
                    <a:ext cx="475856" cy="14785"/>
                  </a:xfrm>
                  <a:custGeom>
                    <a:avLst/>
                    <a:gdLst/>
                    <a:ahLst/>
                    <a:cxnLst/>
                    <a:rect l="l" t="t" r="r" b="b"/>
                    <a:pathLst>
                      <a:path w="22304" h="693" extrusionOk="0">
                        <a:moveTo>
                          <a:pt x="1" y="1"/>
                        </a:moveTo>
                        <a:lnTo>
                          <a:pt x="1" y="693"/>
                        </a:lnTo>
                        <a:lnTo>
                          <a:pt x="22303" y="693"/>
                        </a:lnTo>
                        <a:lnTo>
                          <a:pt x="22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6"/>
                  <p:cNvSpPr/>
                  <p:nvPr/>
                </p:nvSpPr>
                <p:spPr>
                  <a:xfrm>
                    <a:off x="3502768" y="973618"/>
                    <a:ext cx="105950" cy="15660"/>
                  </a:xfrm>
                  <a:custGeom>
                    <a:avLst/>
                    <a:gdLst/>
                    <a:ahLst/>
                    <a:cxnLst/>
                    <a:rect l="l" t="t" r="r" b="b"/>
                    <a:pathLst>
                      <a:path w="4966" h="734" extrusionOk="0">
                        <a:moveTo>
                          <a:pt x="0" y="1"/>
                        </a:moveTo>
                        <a:lnTo>
                          <a:pt x="0" y="734"/>
                        </a:lnTo>
                        <a:lnTo>
                          <a:pt x="4965" y="734"/>
                        </a:lnTo>
                        <a:lnTo>
                          <a:pt x="4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p:nvPr/>
                </p:nvSpPr>
                <p:spPr>
                  <a:xfrm>
                    <a:off x="3502768" y="1012704"/>
                    <a:ext cx="105950" cy="15639"/>
                  </a:xfrm>
                  <a:custGeom>
                    <a:avLst/>
                    <a:gdLst/>
                    <a:ahLst/>
                    <a:cxnLst/>
                    <a:rect l="l" t="t" r="r" b="b"/>
                    <a:pathLst>
                      <a:path w="4966" h="733" extrusionOk="0">
                        <a:moveTo>
                          <a:pt x="0" y="0"/>
                        </a:moveTo>
                        <a:lnTo>
                          <a:pt x="0" y="733"/>
                        </a:lnTo>
                        <a:lnTo>
                          <a:pt x="4965" y="733"/>
                        </a:lnTo>
                        <a:lnTo>
                          <a:pt x="4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5" name="Google Shape;185;p16"/>
              <p:cNvSpPr/>
              <p:nvPr/>
            </p:nvSpPr>
            <p:spPr>
              <a:xfrm>
                <a:off x="7027198" y="2412232"/>
                <a:ext cx="1659590" cy="3893464"/>
              </a:xfrm>
              <a:custGeom>
                <a:avLst/>
                <a:gdLst/>
                <a:ahLst/>
                <a:cxnLst/>
                <a:rect l="l" t="t" r="r" b="b"/>
                <a:pathLst>
                  <a:path w="41186" h="96618" extrusionOk="0">
                    <a:moveTo>
                      <a:pt x="32625" y="0"/>
                    </a:moveTo>
                    <a:cubicBezTo>
                      <a:pt x="31062" y="0"/>
                      <a:pt x="26647" y="908"/>
                      <a:pt x="26413" y="11112"/>
                    </a:cubicBezTo>
                    <a:cubicBezTo>
                      <a:pt x="26169" y="23525"/>
                      <a:pt x="26413" y="50263"/>
                      <a:pt x="26413" y="50263"/>
                    </a:cubicBezTo>
                    <a:lnTo>
                      <a:pt x="8954" y="56734"/>
                    </a:lnTo>
                    <a:lnTo>
                      <a:pt x="204" y="70123"/>
                    </a:lnTo>
                    <a:lnTo>
                      <a:pt x="82" y="71507"/>
                    </a:lnTo>
                    <a:cubicBezTo>
                      <a:pt x="0" y="77245"/>
                      <a:pt x="1791" y="82862"/>
                      <a:pt x="5169" y="87501"/>
                    </a:cubicBezTo>
                    <a:lnTo>
                      <a:pt x="5169" y="96617"/>
                    </a:lnTo>
                    <a:lnTo>
                      <a:pt x="28773" y="95234"/>
                    </a:lnTo>
                    <a:lnTo>
                      <a:pt x="41186" y="44484"/>
                    </a:lnTo>
                    <a:lnTo>
                      <a:pt x="33168" y="43"/>
                    </a:lnTo>
                    <a:cubicBezTo>
                      <a:pt x="33168" y="43"/>
                      <a:pt x="32964" y="0"/>
                      <a:pt x="32625" y="0"/>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7028810" y="3583081"/>
                <a:ext cx="569086" cy="1776314"/>
              </a:xfrm>
              <a:custGeom>
                <a:avLst/>
                <a:gdLst/>
                <a:ahLst/>
                <a:cxnLst/>
                <a:rect l="l" t="t" r="r" b="b"/>
                <a:pathLst>
                  <a:path w="14123" h="44080" extrusionOk="0">
                    <a:moveTo>
                      <a:pt x="7751" y="1"/>
                    </a:moveTo>
                    <a:cubicBezTo>
                      <a:pt x="4393" y="1"/>
                      <a:pt x="1625" y="2645"/>
                      <a:pt x="1466" y="6028"/>
                    </a:cubicBezTo>
                    <a:lnTo>
                      <a:pt x="1" y="43592"/>
                    </a:lnTo>
                    <a:lnTo>
                      <a:pt x="12536" y="44080"/>
                    </a:lnTo>
                    <a:lnTo>
                      <a:pt x="14001" y="6516"/>
                    </a:lnTo>
                    <a:cubicBezTo>
                      <a:pt x="14123" y="3057"/>
                      <a:pt x="11437" y="127"/>
                      <a:pt x="7978" y="5"/>
                    </a:cubicBezTo>
                    <a:cubicBezTo>
                      <a:pt x="7902" y="2"/>
                      <a:pt x="7826" y="1"/>
                      <a:pt x="7751" y="1"/>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p:nvPr/>
            </p:nvSpPr>
            <p:spPr>
              <a:xfrm>
                <a:off x="7161664" y="3694544"/>
                <a:ext cx="355885" cy="336484"/>
              </a:xfrm>
              <a:custGeom>
                <a:avLst/>
                <a:gdLst/>
                <a:ahLst/>
                <a:cxnLst/>
                <a:rect l="l" t="t" r="r" b="b"/>
                <a:pathLst>
                  <a:path w="8832" h="8350" extrusionOk="0">
                    <a:moveTo>
                      <a:pt x="4381" y="1"/>
                    </a:moveTo>
                    <a:cubicBezTo>
                      <a:pt x="2117" y="1"/>
                      <a:pt x="242" y="1829"/>
                      <a:pt x="163" y="4117"/>
                    </a:cubicBezTo>
                    <a:lnTo>
                      <a:pt x="41" y="7495"/>
                    </a:lnTo>
                    <a:cubicBezTo>
                      <a:pt x="0" y="7779"/>
                      <a:pt x="245" y="8024"/>
                      <a:pt x="530" y="8024"/>
                    </a:cubicBezTo>
                    <a:lnTo>
                      <a:pt x="8058" y="8349"/>
                    </a:lnTo>
                    <a:cubicBezTo>
                      <a:pt x="8343" y="8349"/>
                      <a:pt x="8588" y="8105"/>
                      <a:pt x="8628" y="7820"/>
                    </a:cubicBezTo>
                    <a:lnTo>
                      <a:pt x="8750" y="4442"/>
                    </a:lnTo>
                    <a:cubicBezTo>
                      <a:pt x="8832" y="2082"/>
                      <a:pt x="7000" y="88"/>
                      <a:pt x="4599" y="6"/>
                    </a:cubicBezTo>
                    <a:cubicBezTo>
                      <a:pt x="4526" y="3"/>
                      <a:pt x="4453" y="1"/>
                      <a:pt x="4381" y="1"/>
                    </a:cubicBez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 name="Google Shape;188;p16"/>
            <p:cNvGrpSpPr/>
            <p:nvPr/>
          </p:nvGrpSpPr>
          <p:grpSpPr>
            <a:xfrm>
              <a:off x="7477451" y="4678450"/>
              <a:ext cx="937075" cy="1561775"/>
              <a:chOff x="5112300" y="3868300"/>
              <a:chExt cx="937075" cy="1561775"/>
            </a:xfrm>
          </p:grpSpPr>
          <p:sp>
            <p:nvSpPr>
              <p:cNvPr id="189" name="Google Shape;189;p16"/>
              <p:cNvSpPr/>
              <p:nvPr/>
            </p:nvSpPr>
            <p:spPr>
              <a:xfrm>
                <a:off x="5195725" y="3868300"/>
                <a:ext cx="779375" cy="217750"/>
              </a:xfrm>
              <a:custGeom>
                <a:avLst/>
                <a:gdLst/>
                <a:ahLst/>
                <a:cxnLst/>
                <a:rect l="l" t="t" r="r" b="b"/>
                <a:pathLst>
                  <a:path w="31175" h="8710" extrusionOk="0">
                    <a:moveTo>
                      <a:pt x="1303" y="1"/>
                    </a:moveTo>
                    <a:cubicBezTo>
                      <a:pt x="570" y="1"/>
                      <a:pt x="1" y="570"/>
                      <a:pt x="1" y="1303"/>
                    </a:cubicBezTo>
                    <a:lnTo>
                      <a:pt x="1" y="7408"/>
                    </a:lnTo>
                    <a:cubicBezTo>
                      <a:pt x="1" y="8099"/>
                      <a:pt x="570" y="8710"/>
                      <a:pt x="1303" y="8710"/>
                    </a:cubicBezTo>
                    <a:lnTo>
                      <a:pt x="29872" y="8710"/>
                    </a:lnTo>
                    <a:cubicBezTo>
                      <a:pt x="30605" y="8710"/>
                      <a:pt x="31175" y="8099"/>
                      <a:pt x="31175" y="7408"/>
                    </a:cubicBezTo>
                    <a:lnTo>
                      <a:pt x="31175" y="1303"/>
                    </a:lnTo>
                    <a:cubicBezTo>
                      <a:pt x="31175" y="570"/>
                      <a:pt x="30605" y="1"/>
                      <a:pt x="298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p:nvPr/>
            </p:nvSpPr>
            <p:spPr>
              <a:xfrm>
                <a:off x="5112300" y="4012775"/>
                <a:ext cx="937075" cy="1417300"/>
              </a:xfrm>
              <a:custGeom>
                <a:avLst/>
                <a:gdLst/>
                <a:ahLst/>
                <a:cxnLst/>
                <a:rect l="l" t="t" r="r" b="b"/>
                <a:pathLst>
                  <a:path w="37483" h="56692" extrusionOk="0">
                    <a:moveTo>
                      <a:pt x="3460" y="1"/>
                    </a:moveTo>
                    <a:cubicBezTo>
                      <a:pt x="1547" y="1"/>
                      <a:pt x="0" y="1547"/>
                      <a:pt x="0" y="3460"/>
                    </a:cubicBezTo>
                    <a:lnTo>
                      <a:pt x="0" y="56692"/>
                    </a:lnTo>
                    <a:lnTo>
                      <a:pt x="37482" y="56692"/>
                    </a:lnTo>
                    <a:lnTo>
                      <a:pt x="37482" y="3460"/>
                    </a:lnTo>
                    <a:cubicBezTo>
                      <a:pt x="37482" y="1547"/>
                      <a:pt x="35936" y="1"/>
                      <a:pt x="340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a:off x="5810250" y="4191850"/>
                <a:ext cx="152650" cy="152625"/>
              </a:xfrm>
              <a:custGeom>
                <a:avLst/>
                <a:gdLst/>
                <a:ahLst/>
                <a:cxnLst/>
                <a:rect l="l" t="t" r="r" b="b"/>
                <a:pathLst>
                  <a:path w="6106" h="6105" extrusionOk="0">
                    <a:moveTo>
                      <a:pt x="3053" y="0"/>
                    </a:moveTo>
                    <a:cubicBezTo>
                      <a:pt x="1384" y="0"/>
                      <a:pt x="1" y="1343"/>
                      <a:pt x="1" y="3053"/>
                    </a:cubicBezTo>
                    <a:cubicBezTo>
                      <a:pt x="1" y="4721"/>
                      <a:pt x="1384" y="6105"/>
                      <a:pt x="3053" y="6105"/>
                    </a:cubicBezTo>
                    <a:cubicBezTo>
                      <a:pt x="4722" y="6105"/>
                      <a:pt x="6105" y="4721"/>
                      <a:pt x="6105" y="3053"/>
                    </a:cubicBezTo>
                    <a:cubicBezTo>
                      <a:pt x="6105" y="1343"/>
                      <a:pt x="4722" y="0"/>
                      <a:pt x="30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2" name="Google Shape;192;p16"/>
          <p:cNvSpPr txBox="1"/>
          <p:nvPr/>
        </p:nvSpPr>
        <p:spPr>
          <a:xfrm>
            <a:off x="398575" y="1493750"/>
            <a:ext cx="300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Enhanced security: Strengthen the application's security measures to protect user data better. </a:t>
            </a:r>
            <a:endParaRPr sz="1500"/>
          </a:p>
        </p:txBody>
      </p:sp>
      <p:sp>
        <p:nvSpPr>
          <p:cNvPr id="193" name="Google Shape;193;p16"/>
          <p:cNvSpPr txBox="1"/>
          <p:nvPr/>
        </p:nvSpPr>
        <p:spPr>
          <a:xfrm>
            <a:off x="5540263" y="1493738"/>
            <a:ext cx="300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Improved efficiency and user experience: Optimise the application to be more efficient, user friendly, and intuitive.</a:t>
            </a:r>
            <a:endParaRPr/>
          </a:p>
        </p:txBody>
      </p:sp>
      <p:sp>
        <p:nvSpPr>
          <p:cNvPr id="194" name="Google Shape;194;p16"/>
          <p:cNvSpPr txBox="1"/>
          <p:nvPr/>
        </p:nvSpPr>
        <p:spPr>
          <a:xfrm>
            <a:off x="282000" y="3452638"/>
            <a:ext cx="30000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Streamlined data management: Simplify data input and interpretation for users, making it easy to manage and comprehend their financial information. </a:t>
            </a:r>
            <a:endParaRPr/>
          </a:p>
        </p:txBody>
      </p:sp>
      <p:sp>
        <p:nvSpPr>
          <p:cNvPr id="195" name="Google Shape;195;p16"/>
          <p:cNvSpPr txBox="1"/>
          <p:nvPr/>
        </p:nvSpPr>
        <p:spPr>
          <a:xfrm>
            <a:off x="5599725" y="3683500"/>
            <a:ext cx="300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Focus on customer satisfaction: Prioritise user needs and preferences to ensure high satisfaction with the application.</a:t>
            </a:r>
            <a:endParaRPr/>
          </a:p>
        </p:txBody>
      </p:sp>
      <p:sp>
        <p:nvSpPr>
          <p:cNvPr id="196" name="Google Shape;196;p16"/>
          <p:cNvSpPr/>
          <p:nvPr/>
        </p:nvSpPr>
        <p:spPr>
          <a:xfrm>
            <a:off x="5787289" y="889984"/>
            <a:ext cx="587700" cy="587700"/>
          </a:xfrm>
          <a:prstGeom prst="roundRect">
            <a:avLst>
              <a:gd name="adj" fmla="val 16667"/>
            </a:avLst>
          </a:prstGeom>
          <a:solidFill>
            <a:schemeClr val="lt2"/>
          </a:solidFill>
          <a:ln>
            <a:noFill/>
          </a:ln>
        </p:spPr>
        <p:txBody>
          <a:bodyPr spcFirstLastPara="1" wrap="square" lIns="0" tIns="91425" rIns="0" bIns="100575" anchor="ctr" anchorCtr="0">
            <a:noAutofit/>
          </a:bodyPr>
          <a:lstStyle/>
          <a:p>
            <a:pPr marL="0" lvl="0" indent="0" algn="ctr" rtl="0">
              <a:spcBef>
                <a:spcPts val="0"/>
              </a:spcBef>
              <a:spcAft>
                <a:spcPts val="0"/>
              </a:spcAft>
              <a:buNone/>
            </a:pPr>
            <a:r>
              <a:rPr lang="en" sz="2600">
                <a:solidFill>
                  <a:schemeClr val="lt1"/>
                </a:solidFill>
                <a:latin typeface="Fira Sans Extra Condensed SemiBold"/>
                <a:ea typeface="Fira Sans Extra Condensed SemiBold"/>
                <a:cs typeface="Fira Sans Extra Condensed SemiBold"/>
                <a:sym typeface="Fira Sans Extra Condensed SemiBold"/>
              </a:rPr>
              <a:t>06</a:t>
            </a: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197" name="Google Shape;197;p16"/>
          <p:cNvSpPr/>
          <p:nvPr/>
        </p:nvSpPr>
        <p:spPr>
          <a:xfrm>
            <a:off x="411464" y="787984"/>
            <a:ext cx="587700" cy="587700"/>
          </a:xfrm>
          <a:prstGeom prst="roundRect">
            <a:avLst>
              <a:gd name="adj" fmla="val 16667"/>
            </a:avLst>
          </a:prstGeom>
          <a:solidFill>
            <a:schemeClr val="lt2"/>
          </a:solidFill>
          <a:ln>
            <a:noFill/>
          </a:ln>
        </p:spPr>
        <p:txBody>
          <a:bodyPr spcFirstLastPara="1" wrap="square" lIns="0" tIns="91425" rIns="0" bIns="100575" anchor="ctr" anchorCtr="0">
            <a:noAutofit/>
          </a:bodyPr>
          <a:lstStyle/>
          <a:p>
            <a:pPr marL="0" lvl="0" indent="0" algn="ctr" rtl="0">
              <a:spcBef>
                <a:spcPts val="0"/>
              </a:spcBef>
              <a:spcAft>
                <a:spcPts val="0"/>
              </a:spcAft>
              <a:buNone/>
            </a:pPr>
            <a:r>
              <a:rPr lang="en" sz="2600">
                <a:solidFill>
                  <a:schemeClr val="lt1"/>
                </a:solidFill>
                <a:latin typeface="Fira Sans Extra Condensed SemiBold"/>
                <a:ea typeface="Fira Sans Extra Condensed SemiBold"/>
                <a:cs typeface="Fira Sans Extra Condensed SemiBold"/>
                <a:sym typeface="Fira Sans Extra Condensed SemiBold"/>
              </a:rPr>
              <a:t>05</a:t>
            </a: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198" name="Google Shape;198;p16"/>
          <p:cNvSpPr/>
          <p:nvPr/>
        </p:nvSpPr>
        <p:spPr>
          <a:xfrm>
            <a:off x="5787289" y="2749609"/>
            <a:ext cx="587700" cy="587700"/>
          </a:xfrm>
          <a:prstGeom prst="roundRect">
            <a:avLst>
              <a:gd name="adj" fmla="val 16667"/>
            </a:avLst>
          </a:prstGeom>
          <a:solidFill>
            <a:schemeClr val="lt2"/>
          </a:solidFill>
          <a:ln>
            <a:noFill/>
          </a:ln>
        </p:spPr>
        <p:txBody>
          <a:bodyPr spcFirstLastPara="1" wrap="square" lIns="0" tIns="91425" rIns="0" bIns="100575" anchor="ctr" anchorCtr="0">
            <a:noAutofit/>
          </a:bodyPr>
          <a:lstStyle/>
          <a:p>
            <a:pPr marL="0" lvl="0" indent="0" algn="ctr" rtl="0">
              <a:spcBef>
                <a:spcPts val="0"/>
              </a:spcBef>
              <a:spcAft>
                <a:spcPts val="0"/>
              </a:spcAft>
              <a:buNone/>
            </a:pPr>
            <a:r>
              <a:rPr lang="en" sz="2600">
                <a:solidFill>
                  <a:schemeClr val="lt1"/>
                </a:solidFill>
                <a:latin typeface="Fira Sans Extra Condensed SemiBold"/>
                <a:ea typeface="Fira Sans Extra Condensed SemiBold"/>
                <a:cs typeface="Fira Sans Extra Condensed SemiBold"/>
                <a:sym typeface="Fira Sans Extra Condensed SemiBold"/>
              </a:rPr>
              <a:t>08</a:t>
            </a: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sp>
        <p:nvSpPr>
          <p:cNvPr id="199" name="Google Shape;199;p16"/>
          <p:cNvSpPr/>
          <p:nvPr/>
        </p:nvSpPr>
        <p:spPr>
          <a:xfrm>
            <a:off x="411464" y="2733459"/>
            <a:ext cx="587700" cy="587700"/>
          </a:xfrm>
          <a:prstGeom prst="roundRect">
            <a:avLst>
              <a:gd name="adj" fmla="val 16667"/>
            </a:avLst>
          </a:prstGeom>
          <a:solidFill>
            <a:schemeClr val="lt2"/>
          </a:solidFill>
          <a:ln>
            <a:noFill/>
          </a:ln>
        </p:spPr>
        <p:txBody>
          <a:bodyPr spcFirstLastPara="1" wrap="square" lIns="0" tIns="91425" rIns="0" bIns="100575" anchor="ctr" anchorCtr="0">
            <a:noAutofit/>
          </a:bodyPr>
          <a:lstStyle/>
          <a:p>
            <a:pPr marL="0" lvl="0" indent="0" algn="ctr" rtl="0">
              <a:spcBef>
                <a:spcPts val="0"/>
              </a:spcBef>
              <a:spcAft>
                <a:spcPts val="0"/>
              </a:spcAft>
              <a:buNone/>
            </a:pPr>
            <a:r>
              <a:rPr lang="en" sz="2600">
                <a:solidFill>
                  <a:schemeClr val="lt1"/>
                </a:solidFill>
                <a:latin typeface="Fira Sans Extra Condensed SemiBold"/>
                <a:ea typeface="Fira Sans Extra Condensed SemiBold"/>
                <a:cs typeface="Fira Sans Extra Condensed SemiBold"/>
                <a:sym typeface="Fira Sans Extra Condensed SemiBold"/>
              </a:rPr>
              <a:t>07</a:t>
            </a: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7"/>
          <p:cNvSpPr txBox="1">
            <a:spLocks noGrp="1"/>
          </p:cNvSpPr>
          <p:nvPr>
            <p:ph type="title"/>
          </p:nvPr>
        </p:nvSpPr>
        <p:spPr>
          <a:xfrm>
            <a:off x="411475" y="3774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Methodology</a:t>
            </a:r>
            <a:endParaRPr/>
          </a:p>
        </p:txBody>
      </p:sp>
      <p:sp>
        <p:nvSpPr>
          <p:cNvPr id="205" name="Google Shape;205;p17"/>
          <p:cNvSpPr txBox="1"/>
          <p:nvPr/>
        </p:nvSpPr>
        <p:spPr>
          <a:xfrm>
            <a:off x="2650175" y="1342650"/>
            <a:ext cx="6221700" cy="333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000">
                <a:solidFill>
                  <a:srgbClr val="1C4587"/>
                </a:solidFill>
                <a:latin typeface="Fira Sans Extra Condensed SemiBold"/>
                <a:ea typeface="Fira Sans Extra Condensed SemiBold"/>
                <a:cs typeface="Fira Sans Extra Condensed SemiBold"/>
                <a:sym typeface="Fira Sans Extra Condensed SemiBold"/>
              </a:rPr>
              <a:t>The most appropriate SDLC model for this project is the </a:t>
            </a:r>
            <a:r>
              <a:rPr lang="en" sz="2000">
                <a:solidFill>
                  <a:schemeClr val="lt2"/>
                </a:solidFill>
                <a:latin typeface="Fira Sans Extra Condensed SemiBold"/>
                <a:ea typeface="Fira Sans Extra Condensed SemiBold"/>
                <a:cs typeface="Fira Sans Extra Condensed SemiBold"/>
                <a:sym typeface="Fira Sans Extra Condensed SemiBold"/>
              </a:rPr>
              <a:t>iterative model</a:t>
            </a:r>
            <a:r>
              <a:rPr lang="en" sz="2000">
                <a:solidFill>
                  <a:srgbClr val="1C4587"/>
                </a:solidFill>
                <a:latin typeface="Fira Sans Extra Condensed SemiBold"/>
                <a:ea typeface="Fira Sans Extra Condensed SemiBold"/>
                <a:cs typeface="Fira Sans Extra Condensed SemiBold"/>
                <a:sym typeface="Fira Sans Extra Condensed SemiBold"/>
              </a:rPr>
              <a:t>, as it does not require a complete specification of requirements from the start.</a:t>
            </a:r>
            <a:endParaRPr sz="2000">
              <a:solidFill>
                <a:srgbClr val="1C4587"/>
              </a:solidFill>
              <a:latin typeface="Fira Sans Extra Condensed SemiBold"/>
              <a:ea typeface="Fira Sans Extra Condensed SemiBold"/>
              <a:cs typeface="Fira Sans Extra Condensed SemiBold"/>
              <a:sym typeface="Fira Sans Extra Condensed SemiBold"/>
            </a:endParaRPr>
          </a:p>
          <a:p>
            <a:pPr marL="0" lvl="0" indent="0" algn="l" rtl="0">
              <a:spcBef>
                <a:spcPts val="0"/>
              </a:spcBef>
              <a:spcAft>
                <a:spcPts val="0"/>
              </a:spcAft>
              <a:buNone/>
            </a:pPr>
            <a:r>
              <a:rPr lang="en" sz="2000">
                <a:solidFill>
                  <a:srgbClr val="1C4587"/>
                </a:solidFill>
                <a:latin typeface="Fira Sans Extra Condensed SemiBold"/>
                <a:ea typeface="Fira Sans Extra Condensed SemiBold"/>
                <a:cs typeface="Fira Sans Extra Condensed SemiBold"/>
                <a:sym typeface="Fira Sans Extra Condensed SemiBold"/>
              </a:rPr>
              <a:t>Instead, the software is developed by specifying and implementing a part of it as quickly as possible, then reviewing and identifying further requirements. This process is repeated for each iteration of the model, incorporating customer feedback to develop subsequent versions</a:t>
            </a:r>
            <a:endParaRPr sz="2000">
              <a:solidFill>
                <a:srgbClr val="1C4587"/>
              </a:solidFill>
              <a:latin typeface="Fira Sans Extra Condensed SemiBold"/>
              <a:ea typeface="Fira Sans Extra Condensed SemiBold"/>
              <a:cs typeface="Fira Sans Extra Condensed SemiBold"/>
              <a:sym typeface="Fira Sans Extra Condensed SemiBold"/>
            </a:endParaRPr>
          </a:p>
          <a:p>
            <a:pPr marL="0" lvl="0" indent="0" algn="l" rtl="0">
              <a:spcBef>
                <a:spcPts val="0"/>
              </a:spcBef>
              <a:spcAft>
                <a:spcPts val="0"/>
              </a:spcAft>
              <a:buNone/>
            </a:pPr>
            <a:endParaRPr sz="2000">
              <a:solidFill>
                <a:srgbClr val="1C4587"/>
              </a:solidFill>
              <a:latin typeface="Fira Sans Extra Condensed SemiBold"/>
              <a:ea typeface="Fira Sans Extra Condensed SemiBold"/>
              <a:cs typeface="Fira Sans Extra Condensed SemiBold"/>
              <a:sym typeface="Fira Sans Extra Condensed SemiBold"/>
            </a:endParaRPr>
          </a:p>
        </p:txBody>
      </p:sp>
      <p:grpSp>
        <p:nvGrpSpPr>
          <p:cNvPr id="206" name="Google Shape;206;p17"/>
          <p:cNvGrpSpPr/>
          <p:nvPr/>
        </p:nvGrpSpPr>
        <p:grpSpPr>
          <a:xfrm>
            <a:off x="559041" y="2277333"/>
            <a:ext cx="1695306" cy="2401101"/>
            <a:chOff x="559062" y="1721098"/>
            <a:chExt cx="2088073" cy="2957385"/>
          </a:xfrm>
        </p:grpSpPr>
        <p:sp>
          <p:nvSpPr>
            <p:cNvPr id="207" name="Google Shape;207;p17"/>
            <p:cNvSpPr/>
            <p:nvPr/>
          </p:nvSpPr>
          <p:spPr>
            <a:xfrm>
              <a:off x="1625122" y="3482220"/>
              <a:ext cx="227222" cy="1091140"/>
            </a:xfrm>
            <a:custGeom>
              <a:avLst/>
              <a:gdLst/>
              <a:ahLst/>
              <a:cxnLst/>
              <a:rect l="l" t="t" r="r" b="b"/>
              <a:pathLst>
                <a:path w="8888" h="42681" extrusionOk="0">
                  <a:moveTo>
                    <a:pt x="0" y="1"/>
                  </a:moveTo>
                  <a:lnTo>
                    <a:pt x="1014" y="6016"/>
                  </a:lnTo>
                  <a:lnTo>
                    <a:pt x="7806" y="42681"/>
                  </a:lnTo>
                  <a:lnTo>
                    <a:pt x="8887" y="42681"/>
                  </a:lnTo>
                  <a:lnTo>
                    <a:pt x="3954" y="6016"/>
                  </a:lnTo>
                  <a:lnTo>
                    <a:pt x="3210" y="1"/>
                  </a:lnTo>
                  <a:close/>
                </a:path>
              </a:pathLst>
            </a:custGeom>
            <a:solidFill>
              <a:srgbClr val="DBDB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7"/>
            <p:cNvSpPr/>
            <p:nvPr/>
          </p:nvSpPr>
          <p:spPr>
            <a:xfrm>
              <a:off x="1625122" y="3482220"/>
              <a:ext cx="101084" cy="153799"/>
            </a:xfrm>
            <a:custGeom>
              <a:avLst/>
              <a:gdLst/>
              <a:ahLst/>
              <a:cxnLst/>
              <a:rect l="l" t="t" r="r" b="b"/>
              <a:pathLst>
                <a:path w="3954" h="6016" extrusionOk="0">
                  <a:moveTo>
                    <a:pt x="0" y="1"/>
                  </a:moveTo>
                  <a:lnTo>
                    <a:pt x="1014" y="6016"/>
                  </a:lnTo>
                  <a:lnTo>
                    <a:pt x="3954" y="6016"/>
                  </a:lnTo>
                  <a:lnTo>
                    <a:pt x="3210" y="1"/>
                  </a:ln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9" name="Google Shape;209;p17"/>
            <p:cNvGrpSpPr/>
            <p:nvPr/>
          </p:nvGrpSpPr>
          <p:grpSpPr>
            <a:xfrm>
              <a:off x="559062" y="2721994"/>
              <a:ext cx="1316597" cy="1851366"/>
              <a:chOff x="559062" y="2721994"/>
              <a:chExt cx="1316597" cy="1851366"/>
            </a:xfrm>
          </p:grpSpPr>
          <p:sp>
            <p:nvSpPr>
              <p:cNvPr id="210" name="Google Shape;210;p17"/>
              <p:cNvSpPr/>
              <p:nvPr/>
            </p:nvSpPr>
            <p:spPr>
              <a:xfrm>
                <a:off x="1079974" y="3482220"/>
                <a:ext cx="227247" cy="1091140"/>
              </a:xfrm>
              <a:custGeom>
                <a:avLst/>
                <a:gdLst/>
                <a:ahLst/>
                <a:cxnLst/>
                <a:rect l="l" t="t" r="r" b="b"/>
                <a:pathLst>
                  <a:path w="8889" h="42681" extrusionOk="0">
                    <a:moveTo>
                      <a:pt x="5678" y="1"/>
                    </a:moveTo>
                    <a:lnTo>
                      <a:pt x="4935" y="6016"/>
                    </a:lnTo>
                    <a:lnTo>
                      <a:pt x="1" y="42681"/>
                    </a:lnTo>
                    <a:lnTo>
                      <a:pt x="1082" y="42681"/>
                    </a:lnTo>
                    <a:lnTo>
                      <a:pt x="7875" y="6016"/>
                    </a:lnTo>
                    <a:lnTo>
                      <a:pt x="88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7"/>
              <p:cNvSpPr/>
              <p:nvPr/>
            </p:nvSpPr>
            <p:spPr>
              <a:xfrm>
                <a:off x="559062" y="3482220"/>
                <a:ext cx="227222" cy="1091140"/>
              </a:xfrm>
              <a:custGeom>
                <a:avLst/>
                <a:gdLst/>
                <a:ahLst/>
                <a:cxnLst/>
                <a:rect l="l" t="t" r="r" b="b"/>
                <a:pathLst>
                  <a:path w="8888" h="42681" extrusionOk="0">
                    <a:moveTo>
                      <a:pt x="5677" y="1"/>
                    </a:moveTo>
                    <a:lnTo>
                      <a:pt x="4934" y="6016"/>
                    </a:lnTo>
                    <a:lnTo>
                      <a:pt x="0" y="42681"/>
                    </a:lnTo>
                    <a:lnTo>
                      <a:pt x="1081" y="42681"/>
                    </a:lnTo>
                    <a:lnTo>
                      <a:pt x="7874" y="6016"/>
                    </a:lnTo>
                    <a:lnTo>
                      <a:pt x="88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7"/>
              <p:cNvSpPr/>
              <p:nvPr/>
            </p:nvSpPr>
            <p:spPr>
              <a:xfrm>
                <a:off x="603110" y="2721994"/>
                <a:ext cx="1272549" cy="831962"/>
              </a:xfrm>
              <a:custGeom>
                <a:avLst/>
                <a:gdLst/>
                <a:ahLst/>
                <a:cxnLst/>
                <a:rect l="l" t="t" r="r" b="b"/>
                <a:pathLst>
                  <a:path w="49777" h="32543" extrusionOk="0">
                    <a:moveTo>
                      <a:pt x="1927" y="0"/>
                    </a:moveTo>
                    <a:lnTo>
                      <a:pt x="0" y="32542"/>
                    </a:lnTo>
                    <a:lnTo>
                      <a:pt x="49777" y="32542"/>
                    </a:lnTo>
                    <a:lnTo>
                      <a:pt x="49777" y="27305"/>
                    </a:lnTo>
                    <a:lnTo>
                      <a:pt x="31157" y="27305"/>
                    </a:lnTo>
                    <a:lnTo>
                      <a:pt x="248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17"/>
            <p:cNvSpPr/>
            <p:nvPr/>
          </p:nvSpPr>
          <p:spPr>
            <a:xfrm>
              <a:off x="1718409" y="3721534"/>
              <a:ext cx="925274" cy="766055"/>
            </a:xfrm>
            <a:custGeom>
              <a:avLst/>
              <a:gdLst/>
              <a:ahLst/>
              <a:cxnLst/>
              <a:rect l="l" t="t" r="r" b="b"/>
              <a:pathLst>
                <a:path w="36193" h="29965" extrusionOk="0">
                  <a:moveTo>
                    <a:pt x="17911" y="0"/>
                  </a:moveTo>
                  <a:lnTo>
                    <a:pt x="1" y="3819"/>
                  </a:lnTo>
                  <a:cubicBezTo>
                    <a:pt x="1" y="3819"/>
                    <a:pt x="1521" y="11185"/>
                    <a:pt x="3110" y="18113"/>
                  </a:cubicBezTo>
                  <a:cubicBezTo>
                    <a:pt x="3380" y="19194"/>
                    <a:pt x="3616" y="20242"/>
                    <a:pt x="3853" y="21256"/>
                  </a:cubicBezTo>
                  <a:cubicBezTo>
                    <a:pt x="4968" y="25953"/>
                    <a:pt x="6050" y="29805"/>
                    <a:pt x="6455" y="29940"/>
                  </a:cubicBezTo>
                  <a:cubicBezTo>
                    <a:pt x="6500" y="29957"/>
                    <a:pt x="6580" y="29965"/>
                    <a:pt x="6694" y="29965"/>
                  </a:cubicBezTo>
                  <a:cubicBezTo>
                    <a:pt x="9617" y="29965"/>
                    <a:pt x="34468" y="24751"/>
                    <a:pt x="35314" y="24263"/>
                  </a:cubicBezTo>
                  <a:cubicBezTo>
                    <a:pt x="36192" y="23756"/>
                    <a:pt x="34773" y="21256"/>
                    <a:pt x="33557" y="20647"/>
                  </a:cubicBezTo>
                  <a:cubicBezTo>
                    <a:pt x="32340" y="20039"/>
                    <a:pt x="21121" y="17572"/>
                    <a:pt x="21121" y="17572"/>
                  </a:cubicBezTo>
                  <a:lnTo>
                    <a:pt x="20547" y="14430"/>
                  </a:lnTo>
                  <a:lnTo>
                    <a:pt x="17911" y="0"/>
                  </a:ln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7"/>
            <p:cNvSpPr/>
            <p:nvPr/>
          </p:nvSpPr>
          <p:spPr>
            <a:xfrm>
              <a:off x="1793570" y="4081771"/>
              <a:ext cx="850113" cy="405819"/>
            </a:xfrm>
            <a:custGeom>
              <a:avLst/>
              <a:gdLst/>
              <a:ahLst/>
              <a:cxnLst/>
              <a:rect l="l" t="t" r="r" b="b"/>
              <a:pathLst>
                <a:path w="33253" h="15874" extrusionOk="0">
                  <a:moveTo>
                    <a:pt x="17539" y="1"/>
                  </a:moveTo>
                  <a:lnTo>
                    <a:pt x="1" y="3278"/>
                  </a:lnTo>
                  <a:cubicBezTo>
                    <a:pt x="68" y="3515"/>
                    <a:pt x="136" y="3785"/>
                    <a:pt x="170" y="4022"/>
                  </a:cubicBezTo>
                  <a:cubicBezTo>
                    <a:pt x="440" y="5103"/>
                    <a:pt x="676" y="6151"/>
                    <a:pt x="913" y="7165"/>
                  </a:cubicBezTo>
                  <a:cubicBezTo>
                    <a:pt x="2028" y="11862"/>
                    <a:pt x="3110" y="15714"/>
                    <a:pt x="3515" y="15849"/>
                  </a:cubicBezTo>
                  <a:cubicBezTo>
                    <a:pt x="3560" y="15866"/>
                    <a:pt x="3640" y="15874"/>
                    <a:pt x="3754" y="15874"/>
                  </a:cubicBezTo>
                  <a:cubicBezTo>
                    <a:pt x="6677" y="15874"/>
                    <a:pt x="31528" y="10660"/>
                    <a:pt x="32374" y="10172"/>
                  </a:cubicBezTo>
                  <a:cubicBezTo>
                    <a:pt x="33252" y="9665"/>
                    <a:pt x="31833" y="7165"/>
                    <a:pt x="30617" y="6556"/>
                  </a:cubicBezTo>
                  <a:cubicBezTo>
                    <a:pt x="29400" y="5948"/>
                    <a:pt x="18181" y="3481"/>
                    <a:pt x="18181" y="3481"/>
                  </a:cubicBezTo>
                  <a:lnTo>
                    <a:pt x="17607" y="339"/>
                  </a:lnTo>
                  <a:lnTo>
                    <a:pt x="1753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17"/>
            <p:cNvGrpSpPr/>
            <p:nvPr/>
          </p:nvGrpSpPr>
          <p:grpSpPr>
            <a:xfrm>
              <a:off x="1811721" y="4029874"/>
              <a:ext cx="835413" cy="458585"/>
              <a:chOff x="1811721" y="4029874"/>
              <a:chExt cx="835413" cy="458585"/>
            </a:xfrm>
          </p:grpSpPr>
          <p:sp>
            <p:nvSpPr>
              <p:cNvPr id="216" name="Google Shape;216;p17"/>
              <p:cNvSpPr/>
              <p:nvPr/>
            </p:nvSpPr>
            <p:spPr>
              <a:xfrm>
                <a:off x="1811721" y="4162121"/>
                <a:ext cx="835413" cy="326337"/>
              </a:xfrm>
              <a:custGeom>
                <a:avLst/>
                <a:gdLst/>
                <a:ahLst/>
                <a:cxnLst/>
                <a:rect l="l" t="t" r="r" b="b"/>
                <a:pathLst>
                  <a:path w="32678" h="12765" extrusionOk="0">
                    <a:moveTo>
                      <a:pt x="17437" y="0"/>
                    </a:moveTo>
                    <a:lnTo>
                      <a:pt x="0" y="3785"/>
                    </a:lnTo>
                    <a:cubicBezTo>
                      <a:pt x="34" y="3853"/>
                      <a:pt x="34" y="3886"/>
                      <a:pt x="34" y="3954"/>
                    </a:cubicBezTo>
                    <a:cubicBezTo>
                      <a:pt x="1149" y="8685"/>
                      <a:pt x="2197" y="12571"/>
                      <a:pt x="2636" y="12740"/>
                    </a:cubicBezTo>
                    <a:cubicBezTo>
                      <a:pt x="2681" y="12757"/>
                      <a:pt x="2762" y="12765"/>
                      <a:pt x="2877" y="12765"/>
                    </a:cubicBezTo>
                    <a:cubicBezTo>
                      <a:pt x="5820" y="12765"/>
                      <a:pt x="30953" y="7550"/>
                      <a:pt x="31799" y="7029"/>
                    </a:cubicBezTo>
                    <a:cubicBezTo>
                      <a:pt x="32678" y="6522"/>
                      <a:pt x="31292" y="4022"/>
                      <a:pt x="30076" y="3380"/>
                    </a:cubicBezTo>
                    <a:cubicBezTo>
                      <a:pt x="28825" y="2771"/>
                      <a:pt x="17505" y="271"/>
                      <a:pt x="17505" y="271"/>
                    </a:cubicBezTo>
                    <a:lnTo>
                      <a:pt x="174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7"/>
              <p:cNvSpPr/>
              <p:nvPr/>
            </p:nvSpPr>
            <p:spPr>
              <a:xfrm>
                <a:off x="2175588" y="4152611"/>
                <a:ext cx="136364" cy="61612"/>
              </a:xfrm>
              <a:custGeom>
                <a:avLst/>
                <a:gdLst/>
                <a:ahLst/>
                <a:cxnLst/>
                <a:rect l="l" t="t" r="r" b="b"/>
                <a:pathLst>
                  <a:path w="5334" h="2410" extrusionOk="0">
                    <a:moveTo>
                      <a:pt x="5164" y="1"/>
                    </a:moveTo>
                    <a:cubicBezTo>
                      <a:pt x="3272" y="34"/>
                      <a:pt x="1143" y="744"/>
                      <a:pt x="28" y="2332"/>
                    </a:cubicBezTo>
                    <a:cubicBezTo>
                      <a:pt x="0" y="2360"/>
                      <a:pt x="39" y="2409"/>
                      <a:pt x="91" y="2409"/>
                    </a:cubicBezTo>
                    <a:cubicBezTo>
                      <a:pt x="103" y="2409"/>
                      <a:pt x="116" y="2406"/>
                      <a:pt x="129" y="2400"/>
                    </a:cubicBezTo>
                    <a:cubicBezTo>
                      <a:pt x="1751" y="1487"/>
                      <a:pt x="3441" y="778"/>
                      <a:pt x="5198" y="203"/>
                    </a:cubicBezTo>
                    <a:cubicBezTo>
                      <a:pt x="5333" y="170"/>
                      <a:pt x="5299" y="1"/>
                      <a:pt x="5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7"/>
              <p:cNvSpPr/>
              <p:nvPr/>
            </p:nvSpPr>
            <p:spPr>
              <a:xfrm>
                <a:off x="2212810" y="4165573"/>
                <a:ext cx="136287" cy="61714"/>
              </a:xfrm>
              <a:custGeom>
                <a:avLst/>
                <a:gdLst/>
                <a:ahLst/>
                <a:cxnLst/>
                <a:rect l="l" t="t" r="r" b="b"/>
                <a:pathLst>
                  <a:path w="5331" h="2414" extrusionOk="0">
                    <a:moveTo>
                      <a:pt x="5161" y="0"/>
                    </a:moveTo>
                    <a:cubicBezTo>
                      <a:pt x="3303" y="34"/>
                      <a:pt x="1140" y="744"/>
                      <a:pt x="25" y="2332"/>
                    </a:cubicBezTo>
                    <a:cubicBezTo>
                      <a:pt x="0" y="2382"/>
                      <a:pt x="48" y="2413"/>
                      <a:pt x="88" y="2413"/>
                    </a:cubicBezTo>
                    <a:cubicBezTo>
                      <a:pt x="103" y="2413"/>
                      <a:pt x="117" y="2409"/>
                      <a:pt x="126" y="2400"/>
                    </a:cubicBezTo>
                    <a:cubicBezTo>
                      <a:pt x="1748" y="1521"/>
                      <a:pt x="3438" y="778"/>
                      <a:pt x="5195" y="203"/>
                    </a:cubicBezTo>
                    <a:cubicBezTo>
                      <a:pt x="5330" y="169"/>
                      <a:pt x="5296" y="0"/>
                      <a:pt x="51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7"/>
              <p:cNvSpPr/>
              <p:nvPr/>
            </p:nvSpPr>
            <p:spPr>
              <a:xfrm>
                <a:off x="2249726" y="4178534"/>
                <a:ext cx="136517" cy="62225"/>
              </a:xfrm>
              <a:custGeom>
                <a:avLst/>
                <a:gdLst/>
                <a:ahLst/>
                <a:cxnLst/>
                <a:rect l="l" t="t" r="r" b="b"/>
                <a:pathLst>
                  <a:path w="5340" h="2434" extrusionOk="0">
                    <a:moveTo>
                      <a:pt x="5170" y="0"/>
                    </a:moveTo>
                    <a:cubicBezTo>
                      <a:pt x="3312" y="34"/>
                      <a:pt x="1149" y="778"/>
                      <a:pt x="68" y="2332"/>
                    </a:cubicBezTo>
                    <a:cubicBezTo>
                      <a:pt x="0" y="2400"/>
                      <a:pt x="101" y="2433"/>
                      <a:pt x="135" y="2433"/>
                    </a:cubicBezTo>
                    <a:cubicBezTo>
                      <a:pt x="1757" y="1521"/>
                      <a:pt x="3447" y="778"/>
                      <a:pt x="5204" y="237"/>
                    </a:cubicBezTo>
                    <a:cubicBezTo>
                      <a:pt x="5339" y="169"/>
                      <a:pt x="5306" y="0"/>
                      <a:pt x="5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7"/>
              <p:cNvSpPr/>
              <p:nvPr/>
            </p:nvSpPr>
            <p:spPr>
              <a:xfrm>
                <a:off x="2227254" y="4029874"/>
                <a:ext cx="140838" cy="153543"/>
              </a:xfrm>
              <a:custGeom>
                <a:avLst/>
                <a:gdLst/>
                <a:ahLst/>
                <a:cxnLst/>
                <a:rect l="l" t="t" r="r" b="b"/>
                <a:pathLst>
                  <a:path w="5509" h="6006" extrusionOk="0">
                    <a:moveTo>
                      <a:pt x="3819" y="526"/>
                    </a:moveTo>
                    <a:cubicBezTo>
                      <a:pt x="4195" y="526"/>
                      <a:pt x="4490" y="789"/>
                      <a:pt x="4529" y="1558"/>
                    </a:cubicBezTo>
                    <a:cubicBezTo>
                      <a:pt x="4596" y="2706"/>
                      <a:pt x="2974" y="3720"/>
                      <a:pt x="2163" y="4261"/>
                    </a:cubicBezTo>
                    <a:cubicBezTo>
                      <a:pt x="1521" y="4666"/>
                      <a:pt x="845" y="5106"/>
                      <a:pt x="203" y="5545"/>
                    </a:cubicBezTo>
                    <a:cubicBezTo>
                      <a:pt x="541" y="4633"/>
                      <a:pt x="947" y="3720"/>
                      <a:pt x="1352" y="2842"/>
                    </a:cubicBezTo>
                    <a:cubicBezTo>
                      <a:pt x="1589" y="2402"/>
                      <a:pt x="1825" y="1997"/>
                      <a:pt x="2096" y="1591"/>
                    </a:cubicBezTo>
                    <a:cubicBezTo>
                      <a:pt x="2368" y="1234"/>
                      <a:pt x="3202" y="526"/>
                      <a:pt x="3819" y="526"/>
                    </a:cubicBezTo>
                    <a:close/>
                    <a:moveTo>
                      <a:pt x="3741" y="1"/>
                    </a:moveTo>
                    <a:cubicBezTo>
                      <a:pt x="3043" y="1"/>
                      <a:pt x="2333" y="518"/>
                      <a:pt x="1893" y="1051"/>
                    </a:cubicBezTo>
                    <a:cubicBezTo>
                      <a:pt x="879" y="2436"/>
                      <a:pt x="203" y="4024"/>
                      <a:pt x="0" y="5748"/>
                    </a:cubicBezTo>
                    <a:cubicBezTo>
                      <a:pt x="0" y="5782"/>
                      <a:pt x="0" y="5815"/>
                      <a:pt x="34" y="5815"/>
                    </a:cubicBezTo>
                    <a:cubicBezTo>
                      <a:pt x="61" y="5921"/>
                      <a:pt x="169" y="6006"/>
                      <a:pt x="280" y="6006"/>
                    </a:cubicBezTo>
                    <a:cubicBezTo>
                      <a:pt x="311" y="6006"/>
                      <a:pt x="343" y="5999"/>
                      <a:pt x="372" y="5984"/>
                    </a:cubicBezTo>
                    <a:cubicBezTo>
                      <a:pt x="1758" y="5140"/>
                      <a:pt x="3312" y="4362"/>
                      <a:pt x="4393" y="3112"/>
                    </a:cubicBezTo>
                    <a:cubicBezTo>
                      <a:pt x="5002" y="2369"/>
                      <a:pt x="5509" y="1152"/>
                      <a:pt x="4664" y="375"/>
                    </a:cubicBezTo>
                    <a:cubicBezTo>
                      <a:pt x="4377" y="109"/>
                      <a:pt x="4060" y="1"/>
                      <a:pt x="37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7"/>
              <p:cNvSpPr/>
              <p:nvPr/>
            </p:nvSpPr>
            <p:spPr>
              <a:xfrm>
                <a:off x="2053617" y="4106338"/>
                <a:ext cx="185755" cy="85924"/>
              </a:xfrm>
              <a:custGeom>
                <a:avLst/>
                <a:gdLst/>
                <a:ahLst/>
                <a:cxnLst/>
                <a:rect l="l" t="t" r="r" b="b"/>
                <a:pathLst>
                  <a:path w="7266" h="3361" extrusionOk="0">
                    <a:moveTo>
                      <a:pt x="2209" y="542"/>
                    </a:moveTo>
                    <a:cubicBezTo>
                      <a:pt x="2516" y="542"/>
                      <a:pt x="2798" y="578"/>
                      <a:pt x="2974" y="628"/>
                    </a:cubicBezTo>
                    <a:cubicBezTo>
                      <a:pt x="3413" y="797"/>
                      <a:pt x="3853" y="966"/>
                      <a:pt x="4292" y="1135"/>
                    </a:cubicBezTo>
                    <a:cubicBezTo>
                      <a:pt x="5204" y="1574"/>
                      <a:pt x="6049" y="2047"/>
                      <a:pt x="6894" y="2554"/>
                    </a:cubicBezTo>
                    <a:cubicBezTo>
                      <a:pt x="6117" y="2588"/>
                      <a:pt x="5339" y="2689"/>
                      <a:pt x="4528" y="2757"/>
                    </a:cubicBezTo>
                    <a:cubicBezTo>
                      <a:pt x="4186" y="2793"/>
                      <a:pt x="3720" y="2839"/>
                      <a:pt x="3233" y="2839"/>
                    </a:cubicBezTo>
                    <a:cubicBezTo>
                      <a:pt x="2373" y="2839"/>
                      <a:pt x="1445" y="2697"/>
                      <a:pt x="1014" y="2115"/>
                    </a:cubicBezTo>
                    <a:cubicBezTo>
                      <a:pt x="125" y="870"/>
                      <a:pt x="1279" y="542"/>
                      <a:pt x="2209" y="542"/>
                    </a:cubicBezTo>
                    <a:close/>
                    <a:moveTo>
                      <a:pt x="2067" y="1"/>
                    </a:moveTo>
                    <a:cubicBezTo>
                      <a:pt x="1228" y="1"/>
                      <a:pt x="358" y="338"/>
                      <a:pt x="203" y="1270"/>
                    </a:cubicBezTo>
                    <a:cubicBezTo>
                      <a:pt x="0" y="2419"/>
                      <a:pt x="1183" y="3061"/>
                      <a:pt x="2095" y="3230"/>
                    </a:cubicBezTo>
                    <a:cubicBezTo>
                      <a:pt x="2547" y="3324"/>
                      <a:pt x="3003" y="3360"/>
                      <a:pt x="3462" y="3360"/>
                    </a:cubicBezTo>
                    <a:cubicBezTo>
                      <a:pt x="4653" y="3360"/>
                      <a:pt x="5858" y="3115"/>
                      <a:pt x="7029" y="2993"/>
                    </a:cubicBezTo>
                    <a:cubicBezTo>
                      <a:pt x="7164" y="2960"/>
                      <a:pt x="7266" y="2791"/>
                      <a:pt x="7198" y="2655"/>
                    </a:cubicBezTo>
                    <a:cubicBezTo>
                      <a:pt x="7198" y="2655"/>
                      <a:pt x="7198" y="2588"/>
                      <a:pt x="7198" y="2588"/>
                    </a:cubicBezTo>
                    <a:cubicBezTo>
                      <a:pt x="5948" y="1371"/>
                      <a:pt x="4461" y="526"/>
                      <a:pt x="2805" y="87"/>
                    </a:cubicBezTo>
                    <a:cubicBezTo>
                      <a:pt x="2576" y="32"/>
                      <a:pt x="2323" y="1"/>
                      <a:pt x="20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2" name="Google Shape;222;p17"/>
            <p:cNvSpPr/>
            <p:nvPr/>
          </p:nvSpPr>
          <p:spPr>
            <a:xfrm>
              <a:off x="1251899" y="3942697"/>
              <a:ext cx="780142" cy="729139"/>
            </a:xfrm>
            <a:custGeom>
              <a:avLst/>
              <a:gdLst/>
              <a:ahLst/>
              <a:cxnLst/>
              <a:rect l="l" t="t" r="r" b="b"/>
              <a:pathLst>
                <a:path w="30516" h="28521" extrusionOk="0">
                  <a:moveTo>
                    <a:pt x="6759" y="0"/>
                  </a:moveTo>
                  <a:cubicBezTo>
                    <a:pt x="6759" y="0"/>
                    <a:pt x="778" y="17031"/>
                    <a:pt x="541" y="19498"/>
                  </a:cubicBezTo>
                  <a:cubicBezTo>
                    <a:pt x="237" y="22810"/>
                    <a:pt x="1" y="26493"/>
                    <a:pt x="203" y="26629"/>
                  </a:cubicBezTo>
                  <a:cubicBezTo>
                    <a:pt x="1162" y="27278"/>
                    <a:pt x="24096" y="28521"/>
                    <a:pt x="28745" y="28521"/>
                  </a:cubicBezTo>
                  <a:cubicBezTo>
                    <a:pt x="29178" y="28521"/>
                    <a:pt x="29452" y="28510"/>
                    <a:pt x="29535" y="28487"/>
                  </a:cubicBezTo>
                  <a:cubicBezTo>
                    <a:pt x="30515" y="28217"/>
                    <a:pt x="29806" y="25446"/>
                    <a:pt x="28792" y="24533"/>
                  </a:cubicBezTo>
                  <a:cubicBezTo>
                    <a:pt x="27778" y="23621"/>
                    <a:pt x="17539" y="18417"/>
                    <a:pt x="17539" y="18417"/>
                  </a:cubicBezTo>
                  <a:lnTo>
                    <a:pt x="25041" y="879"/>
                  </a:lnTo>
                  <a:lnTo>
                    <a:pt x="6759" y="0"/>
                  </a:ln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7"/>
            <p:cNvSpPr/>
            <p:nvPr/>
          </p:nvSpPr>
          <p:spPr>
            <a:xfrm>
              <a:off x="1251899" y="4286521"/>
              <a:ext cx="780142" cy="385316"/>
            </a:xfrm>
            <a:custGeom>
              <a:avLst/>
              <a:gdLst/>
              <a:ahLst/>
              <a:cxnLst/>
              <a:rect l="l" t="t" r="r" b="b"/>
              <a:pathLst>
                <a:path w="30516" h="15072" extrusionOk="0">
                  <a:moveTo>
                    <a:pt x="2231" y="0"/>
                  </a:moveTo>
                  <a:cubicBezTo>
                    <a:pt x="1319" y="2839"/>
                    <a:pt x="643" y="5238"/>
                    <a:pt x="541" y="6049"/>
                  </a:cubicBezTo>
                  <a:cubicBezTo>
                    <a:pt x="237" y="9361"/>
                    <a:pt x="1" y="13044"/>
                    <a:pt x="203" y="13180"/>
                  </a:cubicBezTo>
                  <a:cubicBezTo>
                    <a:pt x="1162" y="13829"/>
                    <a:pt x="24096" y="15072"/>
                    <a:pt x="28745" y="15072"/>
                  </a:cubicBezTo>
                  <a:cubicBezTo>
                    <a:pt x="29178" y="15072"/>
                    <a:pt x="29452" y="15061"/>
                    <a:pt x="29535" y="15038"/>
                  </a:cubicBezTo>
                  <a:cubicBezTo>
                    <a:pt x="30515" y="14768"/>
                    <a:pt x="29839" y="11997"/>
                    <a:pt x="28792" y="11084"/>
                  </a:cubicBezTo>
                  <a:cubicBezTo>
                    <a:pt x="27778" y="10172"/>
                    <a:pt x="17573" y="4968"/>
                    <a:pt x="17573" y="4968"/>
                  </a:cubicBezTo>
                  <a:lnTo>
                    <a:pt x="19060" y="1487"/>
                  </a:lnTo>
                  <a:lnTo>
                    <a:pt x="223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7"/>
            <p:cNvSpPr/>
            <p:nvPr/>
          </p:nvSpPr>
          <p:spPr>
            <a:xfrm>
              <a:off x="758622" y="2875767"/>
              <a:ext cx="1453115" cy="1512707"/>
            </a:xfrm>
            <a:custGeom>
              <a:avLst/>
              <a:gdLst/>
              <a:ahLst/>
              <a:cxnLst/>
              <a:rect l="l" t="t" r="r" b="b"/>
              <a:pathLst>
                <a:path w="56840" h="59171" extrusionOk="0">
                  <a:moveTo>
                    <a:pt x="3988" y="0"/>
                  </a:moveTo>
                  <a:cubicBezTo>
                    <a:pt x="3988" y="0"/>
                    <a:pt x="0" y="10037"/>
                    <a:pt x="6218" y="16998"/>
                  </a:cubicBezTo>
                  <a:cubicBezTo>
                    <a:pt x="8630" y="19663"/>
                    <a:pt x="13527" y="20222"/>
                    <a:pt x="18348" y="20222"/>
                  </a:cubicBezTo>
                  <a:cubicBezTo>
                    <a:pt x="21837" y="20222"/>
                    <a:pt x="25285" y="19929"/>
                    <a:pt x="27721" y="19929"/>
                  </a:cubicBezTo>
                  <a:cubicBezTo>
                    <a:pt x="29559" y="19929"/>
                    <a:pt x="30821" y="20096"/>
                    <a:pt x="31089" y="20681"/>
                  </a:cubicBezTo>
                  <a:cubicBezTo>
                    <a:pt x="32035" y="22776"/>
                    <a:pt x="19566" y="57042"/>
                    <a:pt x="19566" y="57042"/>
                  </a:cubicBezTo>
                  <a:lnTo>
                    <a:pt x="39537" y="59171"/>
                  </a:lnTo>
                  <a:cubicBezTo>
                    <a:pt x="39537" y="59171"/>
                    <a:pt x="56839" y="21391"/>
                    <a:pt x="50655" y="10476"/>
                  </a:cubicBezTo>
                  <a:cubicBezTo>
                    <a:pt x="47310" y="4562"/>
                    <a:pt x="32610" y="6928"/>
                    <a:pt x="23756" y="5846"/>
                  </a:cubicBezTo>
                  <a:cubicBezTo>
                    <a:pt x="21087" y="5508"/>
                    <a:pt x="19836" y="0"/>
                    <a:pt x="198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7"/>
            <p:cNvSpPr/>
            <p:nvPr/>
          </p:nvSpPr>
          <p:spPr>
            <a:xfrm>
              <a:off x="759466" y="2855034"/>
              <a:ext cx="1497189" cy="1294151"/>
            </a:xfrm>
            <a:custGeom>
              <a:avLst/>
              <a:gdLst/>
              <a:ahLst/>
              <a:cxnLst/>
              <a:rect l="l" t="t" r="r" b="b"/>
              <a:pathLst>
                <a:path w="58564" h="50622" extrusionOk="0">
                  <a:moveTo>
                    <a:pt x="24737" y="0"/>
                  </a:moveTo>
                  <a:lnTo>
                    <a:pt x="3955" y="811"/>
                  </a:lnTo>
                  <a:cubicBezTo>
                    <a:pt x="3955" y="811"/>
                    <a:pt x="1" y="11794"/>
                    <a:pt x="5273" y="17606"/>
                  </a:cubicBezTo>
                  <a:cubicBezTo>
                    <a:pt x="7046" y="19571"/>
                    <a:pt x="11232" y="20975"/>
                    <a:pt x="15710" y="20975"/>
                  </a:cubicBezTo>
                  <a:cubicBezTo>
                    <a:pt x="17547" y="20975"/>
                    <a:pt x="19434" y="20739"/>
                    <a:pt x="21223" y="20208"/>
                  </a:cubicBezTo>
                  <a:cubicBezTo>
                    <a:pt x="27812" y="18282"/>
                    <a:pt x="34773" y="12977"/>
                    <a:pt x="40789" y="10375"/>
                  </a:cubicBezTo>
                  <a:cubicBezTo>
                    <a:pt x="42655" y="9575"/>
                    <a:pt x="44382" y="9241"/>
                    <a:pt x="45854" y="9241"/>
                  </a:cubicBezTo>
                  <a:cubicBezTo>
                    <a:pt x="47553" y="9241"/>
                    <a:pt x="48910" y="9686"/>
                    <a:pt x="49744" y="10375"/>
                  </a:cubicBezTo>
                  <a:cubicBezTo>
                    <a:pt x="55353" y="14970"/>
                    <a:pt x="43424" y="50621"/>
                    <a:pt x="43424" y="50621"/>
                  </a:cubicBezTo>
                  <a:lnTo>
                    <a:pt x="58563" y="47411"/>
                  </a:lnTo>
                  <a:cubicBezTo>
                    <a:pt x="58563" y="47411"/>
                    <a:pt x="54846" y="7806"/>
                    <a:pt x="44810" y="1690"/>
                  </a:cubicBezTo>
                  <a:cubicBezTo>
                    <a:pt x="42747" y="427"/>
                    <a:pt x="39616" y="29"/>
                    <a:pt x="36489" y="29"/>
                  </a:cubicBezTo>
                  <a:cubicBezTo>
                    <a:pt x="31164" y="29"/>
                    <a:pt x="25852" y="1183"/>
                    <a:pt x="25852" y="1183"/>
                  </a:cubicBezTo>
                  <a:cubicBezTo>
                    <a:pt x="24805" y="271"/>
                    <a:pt x="24737" y="0"/>
                    <a:pt x="24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7"/>
            <p:cNvSpPr/>
            <p:nvPr/>
          </p:nvSpPr>
          <p:spPr>
            <a:xfrm>
              <a:off x="834627" y="2894123"/>
              <a:ext cx="1168321" cy="434068"/>
            </a:xfrm>
            <a:custGeom>
              <a:avLst/>
              <a:gdLst/>
              <a:ahLst/>
              <a:cxnLst/>
              <a:rect l="l" t="t" r="r" b="b"/>
              <a:pathLst>
                <a:path w="45700" h="16979" extrusionOk="0">
                  <a:moveTo>
                    <a:pt x="2582" y="0"/>
                  </a:moveTo>
                  <a:cubicBezTo>
                    <a:pt x="2569" y="0"/>
                    <a:pt x="2552" y="9"/>
                    <a:pt x="2535" y="26"/>
                  </a:cubicBezTo>
                  <a:cubicBezTo>
                    <a:pt x="1" y="9792"/>
                    <a:pt x="3279" y="13577"/>
                    <a:pt x="5509" y="15199"/>
                  </a:cubicBezTo>
                  <a:cubicBezTo>
                    <a:pt x="7266" y="16449"/>
                    <a:pt x="9801" y="16753"/>
                    <a:pt x="11457" y="16922"/>
                  </a:cubicBezTo>
                  <a:cubicBezTo>
                    <a:pt x="11949" y="16960"/>
                    <a:pt x="12440" y="16979"/>
                    <a:pt x="12930" y="16979"/>
                  </a:cubicBezTo>
                  <a:cubicBezTo>
                    <a:pt x="16314" y="16979"/>
                    <a:pt x="19649" y="16100"/>
                    <a:pt x="22777" y="14861"/>
                  </a:cubicBezTo>
                  <a:cubicBezTo>
                    <a:pt x="26460" y="13408"/>
                    <a:pt x="29907" y="11414"/>
                    <a:pt x="33422" y="9623"/>
                  </a:cubicBezTo>
                  <a:cubicBezTo>
                    <a:pt x="36136" y="8238"/>
                    <a:pt x="39091" y="6810"/>
                    <a:pt x="42146" y="6810"/>
                  </a:cubicBezTo>
                  <a:cubicBezTo>
                    <a:pt x="42893" y="6810"/>
                    <a:pt x="43647" y="6896"/>
                    <a:pt x="44404" y="7088"/>
                  </a:cubicBezTo>
                  <a:cubicBezTo>
                    <a:pt x="44844" y="7190"/>
                    <a:pt x="45249" y="7359"/>
                    <a:pt x="45655" y="7528"/>
                  </a:cubicBezTo>
                  <a:cubicBezTo>
                    <a:pt x="45655" y="7528"/>
                    <a:pt x="45685" y="7543"/>
                    <a:pt x="45695" y="7543"/>
                  </a:cubicBezTo>
                  <a:cubicBezTo>
                    <a:pt x="45700" y="7543"/>
                    <a:pt x="45700" y="7539"/>
                    <a:pt x="45688" y="7528"/>
                  </a:cubicBezTo>
                  <a:cubicBezTo>
                    <a:pt x="44541" y="6904"/>
                    <a:pt x="43229" y="6667"/>
                    <a:pt x="41914" y="6667"/>
                  </a:cubicBezTo>
                  <a:cubicBezTo>
                    <a:pt x="41447" y="6667"/>
                    <a:pt x="40979" y="6697"/>
                    <a:pt x="40518" y="6750"/>
                  </a:cubicBezTo>
                  <a:cubicBezTo>
                    <a:pt x="38693" y="7021"/>
                    <a:pt x="36902" y="7595"/>
                    <a:pt x="35246" y="8406"/>
                  </a:cubicBezTo>
                  <a:cubicBezTo>
                    <a:pt x="31698" y="10028"/>
                    <a:pt x="28319" y="11988"/>
                    <a:pt x="24771" y="13610"/>
                  </a:cubicBezTo>
                  <a:cubicBezTo>
                    <a:pt x="21223" y="15232"/>
                    <a:pt x="17472" y="16483"/>
                    <a:pt x="13585" y="16584"/>
                  </a:cubicBezTo>
                  <a:cubicBezTo>
                    <a:pt x="13366" y="16591"/>
                    <a:pt x="13142" y="16594"/>
                    <a:pt x="12916" y="16594"/>
                  </a:cubicBezTo>
                  <a:cubicBezTo>
                    <a:pt x="9727" y="16594"/>
                    <a:pt x="5942" y="15880"/>
                    <a:pt x="3955" y="13103"/>
                  </a:cubicBezTo>
                  <a:cubicBezTo>
                    <a:pt x="643" y="8508"/>
                    <a:pt x="2569" y="566"/>
                    <a:pt x="2603" y="26"/>
                  </a:cubicBezTo>
                  <a:cubicBezTo>
                    <a:pt x="2603" y="9"/>
                    <a:pt x="2594" y="0"/>
                    <a:pt x="25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7"/>
            <p:cNvSpPr/>
            <p:nvPr/>
          </p:nvSpPr>
          <p:spPr>
            <a:xfrm>
              <a:off x="980628" y="1815331"/>
              <a:ext cx="533925" cy="503247"/>
            </a:xfrm>
            <a:custGeom>
              <a:avLst/>
              <a:gdLst/>
              <a:ahLst/>
              <a:cxnLst/>
              <a:rect l="l" t="t" r="r" b="b"/>
              <a:pathLst>
                <a:path w="20885" h="19685" extrusionOk="0">
                  <a:moveTo>
                    <a:pt x="11266" y="1"/>
                  </a:moveTo>
                  <a:cubicBezTo>
                    <a:pt x="9868" y="1"/>
                    <a:pt x="8277" y="612"/>
                    <a:pt x="6692" y="2112"/>
                  </a:cubicBezTo>
                  <a:cubicBezTo>
                    <a:pt x="4664" y="2687"/>
                    <a:pt x="3448" y="4545"/>
                    <a:pt x="3312" y="6674"/>
                  </a:cubicBezTo>
                  <a:cubicBezTo>
                    <a:pt x="3245" y="7249"/>
                    <a:pt x="3143" y="7857"/>
                    <a:pt x="3008" y="8431"/>
                  </a:cubicBezTo>
                  <a:cubicBezTo>
                    <a:pt x="2806" y="9208"/>
                    <a:pt x="2501" y="9952"/>
                    <a:pt x="2096" y="10695"/>
                  </a:cubicBezTo>
                  <a:cubicBezTo>
                    <a:pt x="1454" y="11743"/>
                    <a:pt x="913" y="12892"/>
                    <a:pt x="508" y="14075"/>
                  </a:cubicBezTo>
                  <a:cubicBezTo>
                    <a:pt x="136" y="15224"/>
                    <a:pt x="1" y="16474"/>
                    <a:pt x="102" y="17724"/>
                  </a:cubicBezTo>
                  <a:cubicBezTo>
                    <a:pt x="136" y="18197"/>
                    <a:pt x="406" y="19650"/>
                    <a:pt x="406" y="19650"/>
                  </a:cubicBezTo>
                  <a:cubicBezTo>
                    <a:pt x="947" y="19684"/>
                    <a:pt x="1826" y="19684"/>
                    <a:pt x="2907" y="19684"/>
                  </a:cubicBezTo>
                  <a:cubicBezTo>
                    <a:pt x="2941" y="18603"/>
                    <a:pt x="3042" y="17184"/>
                    <a:pt x="3515" y="16204"/>
                  </a:cubicBezTo>
                  <a:cubicBezTo>
                    <a:pt x="3518" y="16199"/>
                    <a:pt x="3520" y="16197"/>
                    <a:pt x="3523" y="16197"/>
                  </a:cubicBezTo>
                  <a:cubicBezTo>
                    <a:pt x="3606" y="16197"/>
                    <a:pt x="3935" y="17988"/>
                    <a:pt x="4326" y="19684"/>
                  </a:cubicBezTo>
                  <a:cubicBezTo>
                    <a:pt x="7807" y="19617"/>
                    <a:pt x="12572" y="19448"/>
                    <a:pt x="16221" y="19279"/>
                  </a:cubicBezTo>
                  <a:cubicBezTo>
                    <a:pt x="16390" y="18299"/>
                    <a:pt x="16593" y="17352"/>
                    <a:pt x="16390" y="14446"/>
                  </a:cubicBezTo>
                  <a:cubicBezTo>
                    <a:pt x="16386" y="14360"/>
                    <a:pt x="16394" y="14318"/>
                    <a:pt x="16411" y="14318"/>
                  </a:cubicBezTo>
                  <a:cubicBezTo>
                    <a:pt x="16536" y="14318"/>
                    <a:pt x="17174" y="16452"/>
                    <a:pt x="17708" y="19211"/>
                  </a:cubicBezTo>
                  <a:lnTo>
                    <a:pt x="19229" y="19143"/>
                  </a:lnTo>
                  <a:cubicBezTo>
                    <a:pt x="19195" y="18197"/>
                    <a:pt x="19026" y="17319"/>
                    <a:pt x="18722" y="16440"/>
                  </a:cubicBezTo>
                  <a:cubicBezTo>
                    <a:pt x="18692" y="16361"/>
                    <a:pt x="18683" y="16324"/>
                    <a:pt x="18691" y="16324"/>
                  </a:cubicBezTo>
                  <a:cubicBezTo>
                    <a:pt x="18737" y="16324"/>
                    <a:pt x="19367" y="17577"/>
                    <a:pt x="19972" y="19076"/>
                  </a:cubicBezTo>
                  <a:lnTo>
                    <a:pt x="20716" y="19042"/>
                  </a:lnTo>
                  <a:cubicBezTo>
                    <a:pt x="20817" y="19008"/>
                    <a:pt x="20885" y="18941"/>
                    <a:pt x="20885" y="18839"/>
                  </a:cubicBezTo>
                  <a:cubicBezTo>
                    <a:pt x="20479" y="12689"/>
                    <a:pt x="18283" y="11405"/>
                    <a:pt x="17303" y="9175"/>
                  </a:cubicBezTo>
                  <a:cubicBezTo>
                    <a:pt x="17100" y="8735"/>
                    <a:pt x="16965" y="8262"/>
                    <a:pt x="16829" y="7755"/>
                  </a:cubicBezTo>
                  <a:cubicBezTo>
                    <a:pt x="16492" y="6539"/>
                    <a:pt x="16154" y="4917"/>
                    <a:pt x="15782" y="3700"/>
                  </a:cubicBezTo>
                  <a:cubicBezTo>
                    <a:pt x="15647" y="3362"/>
                    <a:pt x="15545" y="3058"/>
                    <a:pt x="15444" y="2788"/>
                  </a:cubicBezTo>
                  <a:cubicBezTo>
                    <a:pt x="14776" y="1177"/>
                    <a:pt x="13207" y="1"/>
                    <a:pt x="112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7"/>
            <p:cNvSpPr/>
            <p:nvPr/>
          </p:nvSpPr>
          <p:spPr>
            <a:xfrm>
              <a:off x="967667" y="1883129"/>
              <a:ext cx="165048" cy="433710"/>
            </a:xfrm>
            <a:custGeom>
              <a:avLst/>
              <a:gdLst/>
              <a:ahLst/>
              <a:cxnLst/>
              <a:rect l="l" t="t" r="r" b="b"/>
              <a:pathLst>
                <a:path w="6456" h="16965" extrusionOk="0">
                  <a:moveTo>
                    <a:pt x="6320" y="1"/>
                  </a:moveTo>
                  <a:cubicBezTo>
                    <a:pt x="5036" y="609"/>
                    <a:pt x="4124" y="1826"/>
                    <a:pt x="3988" y="3279"/>
                  </a:cubicBezTo>
                  <a:cubicBezTo>
                    <a:pt x="3921" y="4157"/>
                    <a:pt x="3752" y="5070"/>
                    <a:pt x="3448" y="5914"/>
                  </a:cubicBezTo>
                  <a:cubicBezTo>
                    <a:pt x="3042" y="6759"/>
                    <a:pt x="2535" y="7570"/>
                    <a:pt x="1927" y="8280"/>
                  </a:cubicBezTo>
                  <a:cubicBezTo>
                    <a:pt x="981" y="9327"/>
                    <a:pt x="373" y="10679"/>
                    <a:pt x="204" y="12098"/>
                  </a:cubicBezTo>
                  <a:cubicBezTo>
                    <a:pt x="1" y="13754"/>
                    <a:pt x="170" y="15376"/>
                    <a:pt x="643" y="16965"/>
                  </a:cubicBezTo>
                  <a:cubicBezTo>
                    <a:pt x="237" y="15309"/>
                    <a:pt x="170" y="13585"/>
                    <a:pt x="474" y="11896"/>
                  </a:cubicBezTo>
                  <a:cubicBezTo>
                    <a:pt x="744" y="10206"/>
                    <a:pt x="1724" y="9125"/>
                    <a:pt x="2704" y="7841"/>
                  </a:cubicBezTo>
                  <a:cubicBezTo>
                    <a:pt x="3482" y="6827"/>
                    <a:pt x="3988" y="5644"/>
                    <a:pt x="4157" y="4360"/>
                  </a:cubicBezTo>
                  <a:cubicBezTo>
                    <a:pt x="4157" y="3583"/>
                    <a:pt x="4293" y="2806"/>
                    <a:pt x="4529" y="2062"/>
                  </a:cubicBezTo>
                  <a:cubicBezTo>
                    <a:pt x="4968" y="1251"/>
                    <a:pt x="5610" y="575"/>
                    <a:pt x="6421" y="136"/>
                  </a:cubicBezTo>
                  <a:cubicBezTo>
                    <a:pt x="6455" y="68"/>
                    <a:pt x="6388" y="1"/>
                    <a:pt x="63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7"/>
            <p:cNvSpPr/>
            <p:nvPr/>
          </p:nvSpPr>
          <p:spPr>
            <a:xfrm>
              <a:off x="1683001" y="2007452"/>
              <a:ext cx="312762" cy="339708"/>
            </a:xfrm>
            <a:custGeom>
              <a:avLst/>
              <a:gdLst/>
              <a:ahLst/>
              <a:cxnLst/>
              <a:rect l="l" t="t" r="r" b="b"/>
              <a:pathLst>
                <a:path w="12234" h="13288" extrusionOk="0">
                  <a:moveTo>
                    <a:pt x="5630" y="0"/>
                  </a:moveTo>
                  <a:cubicBezTo>
                    <a:pt x="5286" y="0"/>
                    <a:pt x="4955" y="197"/>
                    <a:pt x="4799" y="511"/>
                  </a:cubicBezTo>
                  <a:lnTo>
                    <a:pt x="203" y="11764"/>
                  </a:lnTo>
                  <a:cubicBezTo>
                    <a:pt x="0" y="12034"/>
                    <a:pt x="169" y="12406"/>
                    <a:pt x="507" y="12439"/>
                  </a:cubicBezTo>
                  <a:lnTo>
                    <a:pt x="6556" y="13284"/>
                  </a:lnTo>
                  <a:cubicBezTo>
                    <a:pt x="6583" y="13287"/>
                    <a:pt x="6610" y="13288"/>
                    <a:pt x="6637" y="13288"/>
                  </a:cubicBezTo>
                  <a:cubicBezTo>
                    <a:pt x="6976" y="13288"/>
                    <a:pt x="7280" y="13093"/>
                    <a:pt x="7468" y="12811"/>
                  </a:cubicBezTo>
                  <a:lnTo>
                    <a:pt x="12064" y="1525"/>
                  </a:lnTo>
                  <a:cubicBezTo>
                    <a:pt x="12233" y="1187"/>
                    <a:pt x="12098" y="882"/>
                    <a:pt x="11760" y="849"/>
                  </a:cubicBezTo>
                  <a:lnTo>
                    <a:pt x="5711" y="4"/>
                  </a:lnTo>
                  <a:cubicBezTo>
                    <a:pt x="5684" y="1"/>
                    <a:pt x="5657" y="0"/>
                    <a:pt x="5630" y="0"/>
                  </a:cubicBezTo>
                  <a:close/>
                </a:path>
              </a:pathLst>
            </a:custGeom>
            <a:solidFill>
              <a:srgbClr val="000000">
                <a:alpha val="71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7"/>
            <p:cNvSpPr/>
            <p:nvPr/>
          </p:nvSpPr>
          <p:spPr>
            <a:xfrm>
              <a:off x="1702865" y="2010034"/>
              <a:ext cx="311024" cy="339733"/>
            </a:xfrm>
            <a:custGeom>
              <a:avLst/>
              <a:gdLst/>
              <a:ahLst/>
              <a:cxnLst/>
              <a:rect l="l" t="t" r="r" b="b"/>
              <a:pathLst>
                <a:path w="12166" h="13289" extrusionOk="0">
                  <a:moveTo>
                    <a:pt x="5590" y="1"/>
                  </a:moveTo>
                  <a:cubicBezTo>
                    <a:pt x="5224" y="1"/>
                    <a:pt x="4919" y="198"/>
                    <a:pt x="4731" y="511"/>
                  </a:cubicBezTo>
                  <a:lnTo>
                    <a:pt x="169" y="11764"/>
                  </a:lnTo>
                  <a:cubicBezTo>
                    <a:pt x="0" y="12102"/>
                    <a:pt x="102" y="12406"/>
                    <a:pt x="440" y="12440"/>
                  </a:cubicBezTo>
                  <a:lnTo>
                    <a:pt x="6489" y="13285"/>
                  </a:lnTo>
                  <a:cubicBezTo>
                    <a:pt x="6516" y="13287"/>
                    <a:pt x="6542" y="13288"/>
                    <a:pt x="6569" y="13288"/>
                  </a:cubicBezTo>
                  <a:cubicBezTo>
                    <a:pt x="6913" y="13288"/>
                    <a:pt x="7244" y="13091"/>
                    <a:pt x="7401" y="12778"/>
                  </a:cubicBezTo>
                  <a:lnTo>
                    <a:pt x="11997" y="1525"/>
                  </a:lnTo>
                  <a:cubicBezTo>
                    <a:pt x="12166" y="1187"/>
                    <a:pt x="12031" y="883"/>
                    <a:pt x="11693" y="849"/>
                  </a:cubicBezTo>
                  <a:lnTo>
                    <a:pt x="5678" y="4"/>
                  </a:lnTo>
                  <a:cubicBezTo>
                    <a:pt x="5648" y="2"/>
                    <a:pt x="5619" y="1"/>
                    <a:pt x="55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7"/>
            <p:cNvSpPr/>
            <p:nvPr/>
          </p:nvSpPr>
          <p:spPr>
            <a:xfrm>
              <a:off x="1220607" y="2255867"/>
              <a:ext cx="777304" cy="639739"/>
            </a:xfrm>
            <a:custGeom>
              <a:avLst/>
              <a:gdLst/>
              <a:ahLst/>
              <a:cxnLst/>
              <a:rect l="l" t="t" r="r" b="b"/>
              <a:pathLst>
                <a:path w="30405" h="25024" extrusionOk="0">
                  <a:moveTo>
                    <a:pt x="1548" y="0"/>
                  </a:moveTo>
                  <a:cubicBezTo>
                    <a:pt x="1" y="0"/>
                    <a:pt x="308" y="3561"/>
                    <a:pt x="954" y="5764"/>
                  </a:cubicBezTo>
                  <a:cubicBezTo>
                    <a:pt x="3286" y="13536"/>
                    <a:pt x="9538" y="24079"/>
                    <a:pt x="12680" y="24586"/>
                  </a:cubicBezTo>
                  <a:cubicBezTo>
                    <a:pt x="13512" y="24734"/>
                    <a:pt x="14676" y="25023"/>
                    <a:pt x="15925" y="25023"/>
                  </a:cubicBezTo>
                  <a:cubicBezTo>
                    <a:pt x="16961" y="25023"/>
                    <a:pt x="18056" y="24824"/>
                    <a:pt x="19067" y="24181"/>
                  </a:cubicBezTo>
                  <a:cubicBezTo>
                    <a:pt x="23933" y="21038"/>
                    <a:pt x="28630" y="14347"/>
                    <a:pt x="29982" y="10360"/>
                  </a:cubicBezTo>
                  <a:cubicBezTo>
                    <a:pt x="30404" y="9063"/>
                    <a:pt x="25148" y="5532"/>
                    <a:pt x="23123" y="5532"/>
                  </a:cubicBezTo>
                  <a:cubicBezTo>
                    <a:pt x="22879" y="5532"/>
                    <a:pt x="22682" y="5584"/>
                    <a:pt x="22548" y="5696"/>
                  </a:cubicBezTo>
                  <a:cubicBezTo>
                    <a:pt x="19670" y="8105"/>
                    <a:pt x="16031" y="13098"/>
                    <a:pt x="15533" y="13098"/>
                  </a:cubicBezTo>
                  <a:cubicBezTo>
                    <a:pt x="15528" y="13098"/>
                    <a:pt x="15523" y="13098"/>
                    <a:pt x="15519" y="13097"/>
                  </a:cubicBezTo>
                  <a:cubicBezTo>
                    <a:pt x="13931" y="12725"/>
                    <a:pt x="8389" y="6507"/>
                    <a:pt x="4503" y="2148"/>
                  </a:cubicBezTo>
                  <a:cubicBezTo>
                    <a:pt x="3134" y="602"/>
                    <a:pt x="2184" y="0"/>
                    <a:pt x="1548" y="0"/>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7"/>
            <p:cNvSpPr/>
            <p:nvPr/>
          </p:nvSpPr>
          <p:spPr>
            <a:xfrm>
              <a:off x="1909328" y="2098617"/>
              <a:ext cx="131353" cy="227733"/>
            </a:xfrm>
            <a:custGeom>
              <a:avLst/>
              <a:gdLst/>
              <a:ahLst/>
              <a:cxnLst/>
              <a:rect l="l" t="t" r="r" b="b"/>
              <a:pathLst>
                <a:path w="5138" h="8908" extrusionOk="0">
                  <a:moveTo>
                    <a:pt x="4106" y="0"/>
                  </a:moveTo>
                  <a:cubicBezTo>
                    <a:pt x="3801" y="0"/>
                    <a:pt x="3418" y="160"/>
                    <a:pt x="2975" y="527"/>
                  </a:cubicBezTo>
                  <a:cubicBezTo>
                    <a:pt x="406" y="2689"/>
                    <a:pt x="1" y="6778"/>
                    <a:pt x="237" y="8231"/>
                  </a:cubicBezTo>
                  <a:lnTo>
                    <a:pt x="4360" y="8907"/>
                  </a:lnTo>
                  <a:cubicBezTo>
                    <a:pt x="4056" y="5798"/>
                    <a:pt x="3481" y="5055"/>
                    <a:pt x="4630" y="2284"/>
                  </a:cubicBezTo>
                  <a:cubicBezTo>
                    <a:pt x="5138" y="1004"/>
                    <a:pt x="4868" y="0"/>
                    <a:pt x="4106" y="0"/>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7"/>
            <p:cNvSpPr/>
            <p:nvPr/>
          </p:nvSpPr>
          <p:spPr>
            <a:xfrm>
              <a:off x="1732239" y="2073870"/>
              <a:ext cx="291160" cy="477963"/>
            </a:xfrm>
            <a:custGeom>
              <a:avLst/>
              <a:gdLst/>
              <a:ahLst/>
              <a:cxnLst/>
              <a:rect l="l" t="t" r="r" b="b"/>
              <a:pathLst>
                <a:path w="11389" h="18696" extrusionOk="0">
                  <a:moveTo>
                    <a:pt x="2934" y="0"/>
                  </a:moveTo>
                  <a:cubicBezTo>
                    <a:pt x="2088" y="0"/>
                    <a:pt x="1631" y="474"/>
                    <a:pt x="2704" y="1765"/>
                  </a:cubicBezTo>
                  <a:cubicBezTo>
                    <a:pt x="3954" y="3320"/>
                    <a:pt x="5272" y="3894"/>
                    <a:pt x="5846" y="4942"/>
                  </a:cubicBezTo>
                  <a:cubicBezTo>
                    <a:pt x="5846" y="4942"/>
                    <a:pt x="2535" y="5111"/>
                    <a:pt x="1758" y="6530"/>
                  </a:cubicBezTo>
                  <a:cubicBezTo>
                    <a:pt x="1082" y="7814"/>
                    <a:pt x="473" y="9098"/>
                    <a:pt x="0" y="10450"/>
                  </a:cubicBezTo>
                  <a:cubicBezTo>
                    <a:pt x="237" y="10585"/>
                    <a:pt x="440" y="10720"/>
                    <a:pt x="710" y="10855"/>
                  </a:cubicBezTo>
                  <a:cubicBezTo>
                    <a:pt x="710" y="10855"/>
                    <a:pt x="0" y="12207"/>
                    <a:pt x="778" y="14437"/>
                  </a:cubicBezTo>
                  <a:lnTo>
                    <a:pt x="9462" y="18695"/>
                  </a:lnTo>
                  <a:cubicBezTo>
                    <a:pt x="9462" y="18695"/>
                    <a:pt x="11388" y="14708"/>
                    <a:pt x="11388" y="11396"/>
                  </a:cubicBezTo>
                  <a:cubicBezTo>
                    <a:pt x="11388" y="9064"/>
                    <a:pt x="10814" y="4063"/>
                    <a:pt x="4900" y="582"/>
                  </a:cubicBezTo>
                  <a:cubicBezTo>
                    <a:pt x="4315" y="234"/>
                    <a:pt x="3528" y="0"/>
                    <a:pt x="2934" y="0"/>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7"/>
            <p:cNvSpPr/>
            <p:nvPr/>
          </p:nvSpPr>
          <p:spPr>
            <a:xfrm>
              <a:off x="1663112" y="2160331"/>
              <a:ext cx="350777" cy="224410"/>
            </a:xfrm>
            <a:custGeom>
              <a:avLst/>
              <a:gdLst/>
              <a:ahLst/>
              <a:cxnLst/>
              <a:rect l="l" t="t" r="r" b="b"/>
              <a:pathLst>
                <a:path w="13721" h="8778" extrusionOk="0">
                  <a:moveTo>
                    <a:pt x="3277" y="0"/>
                  </a:moveTo>
                  <a:cubicBezTo>
                    <a:pt x="2560" y="0"/>
                    <a:pt x="2004" y="185"/>
                    <a:pt x="1758" y="647"/>
                  </a:cubicBezTo>
                  <a:cubicBezTo>
                    <a:pt x="1116" y="1830"/>
                    <a:pt x="2772" y="2641"/>
                    <a:pt x="2772" y="2641"/>
                  </a:cubicBezTo>
                  <a:cubicBezTo>
                    <a:pt x="2772" y="2641"/>
                    <a:pt x="2542" y="2606"/>
                    <a:pt x="2225" y="2606"/>
                  </a:cubicBezTo>
                  <a:cubicBezTo>
                    <a:pt x="1609" y="2606"/>
                    <a:pt x="663" y="2738"/>
                    <a:pt x="440" y="3520"/>
                  </a:cubicBezTo>
                  <a:cubicBezTo>
                    <a:pt x="136" y="4601"/>
                    <a:pt x="1454" y="5142"/>
                    <a:pt x="1454" y="5142"/>
                  </a:cubicBezTo>
                  <a:cubicBezTo>
                    <a:pt x="1454" y="5142"/>
                    <a:pt x="204" y="5142"/>
                    <a:pt x="136" y="6257"/>
                  </a:cubicBezTo>
                  <a:cubicBezTo>
                    <a:pt x="1" y="7575"/>
                    <a:pt x="2671" y="7304"/>
                    <a:pt x="3684" y="8757"/>
                  </a:cubicBezTo>
                  <a:cubicBezTo>
                    <a:pt x="3695" y="8771"/>
                    <a:pt x="3725" y="8778"/>
                    <a:pt x="3772" y="8778"/>
                  </a:cubicBezTo>
                  <a:cubicBezTo>
                    <a:pt x="4779" y="8778"/>
                    <a:pt x="13721" y="5817"/>
                    <a:pt x="13721" y="5817"/>
                  </a:cubicBezTo>
                  <a:cubicBezTo>
                    <a:pt x="12943" y="4905"/>
                    <a:pt x="11220" y="2979"/>
                    <a:pt x="9260" y="1931"/>
                  </a:cubicBezTo>
                  <a:cubicBezTo>
                    <a:pt x="7727" y="1093"/>
                    <a:pt x="5023" y="0"/>
                    <a:pt x="3277" y="0"/>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7"/>
            <p:cNvSpPr/>
            <p:nvPr/>
          </p:nvSpPr>
          <p:spPr>
            <a:xfrm>
              <a:off x="1208336" y="2254768"/>
              <a:ext cx="769276" cy="648303"/>
            </a:xfrm>
            <a:custGeom>
              <a:avLst/>
              <a:gdLst/>
              <a:ahLst/>
              <a:cxnLst/>
              <a:rect l="l" t="t" r="r" b="b"/>
              <a:pathLst>
                <a:path w="30091" h="25359" extrusionOk="0">
                  <a:moveTo>
                    <a:pt x="1978" y="1"/>
                  </a:moveTo>
                  <a:cubicBezTo>
                    <a:pt x="307" y="1"/>
                    <a:pt x="0" y="2822"/>
                    <a:pt x="1096" y="6111"/>
                  </a:cubicBezTo>
                  <a:cubicBezTo>
                    <a:pt x="2854" y="11383"/>
                    <a:pt x="7720" y="20980"/>
                    <a:pt x="10795" y="23920"/>
                  </a:cubicBezTo>
                  <a:cubicBezTo>
                    <a:pt x="11133" y="24291"/>
                    <a:pt x="11538" y="24595"/>
                    <a:pt x="12011" y="24764"/>
                  </a:cubicBezTo>
                  <a:cubicBezTo>
                    <a:pt x="12802" y="25021"/>
                    <a:pt x="13890" y="25358"/>
                    <a:pt x="15496" y="25358"/>
                  </a:cubicBezTo>
                  <a:cubicBezTo>
                    <a:pt x="16431" y="25358"/>
                    <a:pt x="17542" y="25244"/>
                    <a:pt x="18871" y="24933"/>
                  </a:cubicBezTo>
                  <a:cubicBezTo>
                    <a:pt x="22487" y="24122"/>
                    <a:pt x="30090" y="13410"/>
                    <a:pt x="30090" y="13410"/>
                  </a:cubicBezTo>
                  <a:lnTo>
                    <a:pt x="19885" y="8172"/>
                  </a:lnTo>
                  <a:cubicBezTo>
                    <a:pt x="19885" y="8172"/>
                    <a:pt x="16134" y="12498"/>
                    <a:pt x="15830" y="12599"/>
                  </a:cubicBezTo>
                  <a:cubicBezTo>
                    <a:pt x="15828" y="12600"/>
                    <a:pt x="15826" y="12600"/>
                    <a:pt x="15823" y="12600"/>
                  </a:cubicBezTo>
                  <a:cubicBezTo>
                    <a:pt x="15454" y="12600"/>
                    <a:pt x="10055" y="7564"/>
                    <a:pt x="5523" y="2461"/>
                  </a:cubicBezTo>
                  <a:cubicBezTo>
                    <a:pt x="4847" y="1650"/>
                    <a:pt x="4070" y="941"/>
                    <a:pt x="3158" y="366"/>
                  </a:cubicBezTo>
                  <a:cubicBezTo>
                    <a:pt x="2709" y="116"/>
                    <a:pt x="2315" y="1"/>
                    <a:pt x="19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7"/>
            <p:cNvSpPr/>
            <p:nvPr/>
          </p:nvSpPr>
          <p:spPr>
            <a:xfrm>
              <a:off x="824273" y="2226851"/>
              <a:ext cx="642755" cy="680898"/>
            </a:xfrm>
            <a:custGeom>
              <a:avLst/>
              <a:gdLst/>
              <a:ahLst/>
              <a:cxnLst/>
              <a:rect l="l" t="t" r="r" b="b"/>
              <a:pathLst>
                <a:path w="25142" h="26634" extrusionOk="0">
                  <a:moveTo>
                    <a:pt x="14344" y="0"/>
                  </a:moveTo>
                  <a:cubicBezTo>
                    <a:pt x="12867" y="0"/>
                    <a:pt x="11277" y="674"/>
                    <a:pt x="9800" y="2202"/>
                  </a:cubicBezTo>
                  <a:cubicBezTo>
                    <a:pt x="5509" y="6628"/>
                    <a:pt x="0" y="26634"/>
                    <a:pt x="0" y="26634"/>
                  </a:cubicBezTo>
                  <a:lnTo>
                    <a:pt x="23790" y="25079"/>
                  </a:lnTo>
                  <a:lnTo>
                    <a:pt x="22945" y="18186"/>
                  </a:lnTo>
                  <a:cubicBezTo>
                    <a:pt x="22945" y="18186"/>
                    <a:pt x="25142" y="15009"/>
                    <a:pt x="24635" y="12137"/>
                  </a:cubicBezTo>
                  <a:cubicBezTo>
                    <a:pt x="24061" y="8893"/>
                    <a:pt x="18620" y="2269"/>
                    <a:pt x="18113" y="1729"/>
                  </a:cubicBezTo>
                  <a:cubicBezTo>
                    <a:pt x="17099" y="631"/>
                    <a:pt x="15774" y="0"/>
                    <a:pt x="143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7"/>
            <p:cNvSpPr/>
            <p:nvPr/>
          </p:nvSpPr>
          <p:spPr>
            <a:xfrm>
              <a:off x="1376298" y="2386785"/>
              <a:ext cx="85566" cy="402623"/>
            </a:xfrm>
            <a:custGeom>
              <a:avLst/>
              <a:gdLst/>
              <a:ahLst/>
              <a:cxnLst/>
              <a:rect l="l" t="t" r="r" b="b"/>
              <a:pathLst>
                <a:path w="3347" h="15749" extrusionOk="0">
                  <a:moveTo>
                    <a:pt x="1" y="1"/>
                  </a:moveTo>
                  <a:lnTo>
                    <a:pt x="1" y="1"/>
                  </a:lnTo>
                  <a:cubicBezTo>
                    <a:pt x="609" y="879"/>
                    <a:pt x="1184" y="1826"/>
                    <a:pt x="1690" y="2772"/>
                  </a:cubicBezTo>
                  <a:cubicBezTo>
                    <a:pt x="1961" y="3245"/>
                    <a:pt x="2164" y="3752"/>
                    <a:pt x="2366" y="4259"/>
                  </a:cubicBezTo>
                  <a:cubicBezTo>
                    <a:pt x="2603" y="4732"/>
                    <a:pt x="2738" y="5272"/>
                    <a:pt x="2873" y="5779"/>
                  </a:cubicBezTo>
                  <a:cubicBezTo>
                    <a:pt x="2975" y="6320"/>
                    <a:pt x="3008" y="6827"/>
                    <a:pt x="2941" y="7368"/>
                  </a:cubicBezTo>
                  <a:cubicBezTo>
                    <a:pt x="2907" y="7908"/>
                    <a:pt x="2806" y="8415"/>
                    <a:pt x="2637" y="8922"/>
                  </a:cubicBezTo>
                  <a:cubicBezTo>
                    <a:pt x="2332" y="9970"/>
                    <a:pt x="1859" y="10950"/>
                    <a:pt x="1285" y="11862"/>
                  </a:cubicBezTo>
                  <a:lnTo>
                    <a:pt x="1251" y="11896"/>
                  </a:lnTo>
                  <a:lnTo>
                    <a:pt x="1251" y="11930"/>
                  </a:lnTo>
                  <a:cubicBezTo>
                    <a:pt x="1420" y="13214"/>
                    <a:pt x="1623" y="14464"/>
                    <a:pt x="1826" y="15748"/>
                  </a:cubicBezTo>
                  <a:cubicBezTo>
                    <a:pt x="1725" y="14470"/>
                    <a:pt x="1624" y="13191"/>
                    <a:pt x="1489" y="11946"/>
                  </a:cubicBezTo>
                  <a:lnTo>
                    <a:pt x="1489" y="11946"/>
                  </a:lnTo>
                  <a:cubicBezTo>
                    <a:pt x="2115" y="11048"/>
                    <a:pt x="2608" y="10085"/>
                    <a:pt x="2907" y="9023"/>
                  </a:cubicBezTo>
                  <a:cubicBezTo>
                    <a:pt x="3279" y="7976"/>
                    <a:pt x="3346" y="6827"/>
                    <a:pt x="3143" y="5745"/>
                  </a:cubicBezTo>
                  <a:cubicBezTo>
                    <a:pt x="2873" y="4664"/>
                    <a:pt x="2434" y="3617"/>
                    <a:pt x="1859" y="2704"/>
                  </a:cubicBezTo>
                  <a:cubicBezTo>
                    <a:pt x="1319" y="1724"/>
                    <a:pt x="710" y="846"/>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7"/>
            <p:cNvSpPr/>
            <p:nvPr/>
          </p:nvSpPr>
          <p:spPr>
            <a:xfrm>
              <a:off x="632484" y="2239684"/>
              <a:ext cx="553866" cy="480162"/>
            </a:xfrm>
            <a:custGeom>
              <a:avLst/>
              <a:gdLst/>
              <a:ahLst/>
              <a:cxnLst/>
              <a:rect l="l" t="t" r="r" b="b"/>
              <a:pathLst>
                <a:path w="21665" h="18782" extrusionOk="0">
                  <a:moveTo>
                    <a:pt x="19976" y="0"/>
                  </a:moveTo>
                  <a:cubicBezTo>
                    <a:pt x="19405" y="0"/>
                    <a:pt x="18672" y="249"/>
                    <a:pt x="18012" y="585"/>
                  </a:cubicBezTo>
                  <a:cubicBezTo>
                    <a:pt x="9631" y="4842"/>
                    <a:pt x="0" y="14473"/>
                    <a:pt x="575" y="17650"/>
                  </a:cubicBezTo>
                  <a:cubicBezTo>
                    <a:pt x="721" y="18463"/>
                    <a:pt x="1454" y="18782"/>
                    <a:pt x="2499" y="18782"/>
                  </a:cubicBezTo>
                  <a:cubicBezTo>
                    <a:pt x="6054" y="18782"/>
                    <a:pt x="13216" y="15094"/>
                    <a:pt x="13112" y="14676"/>
                  </a:cubicBezTo>
                  <a:cubicBezTo>
                    <a:pt x="13011" y="14203"/>
                    <a:pt x="15545" y="10384"/>
                    <a:pt x="19161" y="4910"/>
                  </a:cubicBezTo>
                  <a:cubicBezTo>
                    <a:pt x="21664" y="1120"/>
                    <a:pt x="21186" y="0"/>
                    <a:pt x="199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7"/>
            <p:cNvSpPr/>
            <p:nvPr/>
          </p:nvSpPr>
          <p:spPr>
            <a:xfrm>
              <a:off x="637495" y="2597058"/>
              <a:ext cx="568054" cy="330913"/>
            </a:xfrm>
            <a:custGeom>
              <a:avLst/>
              <a:gdLst/>
              <a:ahLst/>
              <a:cxnLst/>
              <a:rect l="l" t="t" r="r" b="b"/>
              <a:pathLst>
                <a:path w="22220" h="12944" extrusionOk="0">
                  <a:moveTo>
                    <a:pt x="9447" y="1"/>
                  </a:moveTo>
                  <a:cubicBezTo>
                    <a:pt x="5166" y="1"/>
                    <a:pt x="1" y="2321"/>
                    <a:pt x="379" y="3671"/>
                  </a:cubicBezTo>
                  <a:cubicBezTo>
                    <a:pt x="1122" y="6171"/>
                    <a:pt x="4806" y="7827"/>
                    <a:pt x="13761" y="12896"/>
                  </a:cubicBezTo>
                  <a:cubicBezTo>
                    <a:pt x="13818" y="12928"/>
                    <a:pt x="13887" y="12944"/>
                    <a:pt x="13968" y="12944"/>
                  </a:cubicBezTo>
                  <a:cubicBezTo>
                    <a:pt x="15656" y="12944"/>
                    <a:pt x="22219" y="6168"/>
                    <a:pt x="21026" y="5394"/>
                  </a:cubicBezTo>
                  <a:cubicBezTo>
                    <a:pt x="19404" y="4347"/>
                    <a:pt x="12882" y="697"/>
                    <a:pt x="12409" y="494"/>
                  </a:cubicBezTo>
                  <a:cubicBezTo>
                    <a:pt x="11546" y="148"/>
                    <a:pt x="10524" y="1"/>
                    <a:pt x="9447" y="1"/>
                  </a:cubicBezTo>
                  <a:close/>
                </a:path>
              </a:pathLst>
            </a:custGeom>
            <a:solidFill>
              <a:srgbClr val="F7A9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7"/>
            <p:cNvSpPr/>
            <p:nvPr/>
          </p:nvSpPr>
          <p:spPr>
            <a:xfrm>
              <a:off x="892506" y="2707294"/>
              <a:ext cx="495910" cy="513192"/>
            </a:xfrm>
            <a:custGeom>
              <a:avLst/>
              <a:gdLst/>
              <a:ahLst/>
              <a:cxnLst/>
              <a:rect l="l" t="t" r="r" b="b"/>
              <a:pathLst>
                <a:path w="19398" h="20074" extrusionOk="0">
                  <a:moveTo>
                    <a:pt x="9260" y="1"/>
                  </a:moveTo>
                  <a:cubicBezTo>
                    <a:pt x="9260" y="1"/>
                    <a:pt x="1" y="4799"/>
                    <a:pt x="237" y="5239"/>
                  </a:cubicBezTo>
                  <a:cubicBezTo>
                    <a:pt x="1150" y="7063"/>
                    <a:pt x="2738" y="9429"/>
                    <a:pt x="7097" y="10679"/>
                  </a:cubicBezTo>
                  <a:cubicBezTo>
                    <a:pt x="7097" y="10679"/>
                    <a:pt x="7266" y="17370"/>
                    <a:pt x="9226" y="17573"/>
                  </a:cubicBezTo>
                  <a:cubicBezTo>
                    <a:pt x="9254" y="17576"/>
                    <a:pt x="9281" y="17578"/>
                    <a:pt x="9307" y="17578"/>
                  </a:cubicBezTo>
                  <a:cubicBezTo>
                    <a:pt x="10052" y="17578"/>
                    <a:pt x="10331" y="16303"/>
                    <a:pt x="10415" y="14923"/>
                  </a:cubicBezTo>
                  <a:lnTo>
                    <a:pt x="10415" y="14923"/>
                  </a:lnTo>
                  <a:cubicBezTo>
                    <a:pt x="10555" y="16842"/>
                    <a:pt x="10911" y="18885"/>
                    <a:pt x="11795" y="19026"/>
                  </a:cubicBezTo>
                  <a:cubicBezTo>
                    <a:pt x="11845" y="19034"/>
                    <a:pt x="11895" y="19037"/>
                    <a:pt x="11943" y="19037"/>
                  </a:cubicBezTo>
                  <a:cubicBezTo>
                    <a:pt x="12673" y="19037"/>
                    <a:pt x="13048" y="18160"/>
                    <a:pt x="13229" y="17030"/>
                  </a:cubicBezTo>
                  <a:lnTo>
                    <a:pt x="13229" y="17030"/>
                  </a:lnTo>
                  <a:cubicBezTo>
                    <a:pt x="13388" y="18663"/>
                    <a:pt x="13789" y="20074"/>
                    <a:pt x="14701" y="20074"/>
                  </a:cubicBezTo>
                  <a:cubicBezTo>
                    <a:pt x="15703" y="20058"/>
                    <a:pt x="16058" y="18587"/>
                    <a:pt x="16148" y="16992"/>
                  </a:cubicBezTo>
                  <a:lnTo>
                    <a:pt x="16148" y="16992"/>
                  </a:lnTo>
                  <a:cubicBezTo>
                    <a:pt x="16324" y="18356"/>
                    <a:pt x="16672" y="19545"/>
                    <a:pt x="17351" y="19545"/>
                  </a:cubicBezTo>
                  <a:cubicBezTo>
                    <a:pt x="17390" y="19545"/>
                    <a:pt x="17430" y="19541"/>
                    <a:pt x="17472" y="19533"/>
                  </a:cubicBezTo>
                  <a:cubicBezTo>
                    <a:pt x="19398" y="19195"/>
                    <a:pt x="19296" y="12470"/>
                    <a:pt x="18553" y="9936"/>
                  </a:cubicBezTo>
                  <a:cubicBezTo>
                    <a:pt x="17843" y="7536"/>
                    <a:pt x="16559" y="5374"/>
                    <a:pt x="14836" y="3617"/>
                  </a:cubicBezTo>
                  <a:cubicBezTo>
                    <a:pt x="13112" y="1995"/>
                    <a:pt x="9260" y="1"/>
                    <a:pt x="9260" y="1"/>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7"/>
            <p:cNvSpPr/>
            <p:nvPr/>
          </p:nvSpPr>
          <p:spPr>
            <a:xfrm>
              <a:off x="643861" y="2594506"/>
              <a:ext cx="534641" cy="315012"/>
            </a:xfrm>
            <a:custGeom>
              <a:avLst/>
              <a:gdLst/>
              <a:ahLst/>
              <a:cxnLst/>
              <a:rect l="l" t="t" r="r" b="b"/>
              <a:pathLst>
                <a:path w="20913" h="12322" extrusionOk="0">
                  <a:moveTo>
                    <a:pt x="8872" y="0"/>
                  </a:moveTo>
                  <a:cubicBezTo>
                    <a:pt x="4879" y="0"/>
                    <a:pt x="1" y="1628"/>
                    <a:pt x="130" y="3671"/>
                  </a:cubicBezTo>
                  <a:cubicBezTo>
                    <a:pt x="299" y="6340"/>
                    <a:pt x="10403" y="12288"/>
                    <a:pt x="10504" y="12322"/>
                  </a:cubicBezTo>
                  <a:cubicBezTo>
                    <a:pt x="10504" y="12322"/>
                    <a:pt x="10505" y="12322"/>
                    <a:pt x="10505" y="12322"/>
                  </a:cubicBezTo>
                  <a:cubicBezTo>
                    <a:pt x="10683" y="12322"/>
                    <a:pt x="20912" y="4516"/>
                    <a:pt x="20912" y="4516"/>
                  </a:cubicBezTo>
                  <a:cubicBezTo>
                    <a:pt x="20912" y="4516"/>
                    <a:pt x="15945" y="1947"/>
                    <a:pt x="12126" y="494"/>
                  </a:cubicBezTo>
                  <a:cubicBezTo>
                    <a:pt x="11238" y="153"/>
                    <a:pt x="10097" y="0"/>
                    <a:pt x="88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7"/>
            <p:cNvSpPr/>
            <p:nvPr/>
          </p:nvSpPr>
          <p:spPr>
            <a:xfrm>
              <a:off x="962503" y="2399747"/>
              <a:ext cx="217712" cy="325724"/>
            </a:xfrm>
            <a:custGeom>
              <a:avLst/>
              <a:gdLst/>
              <a:ahLst/>
              <a:cxnLst/>
              <a:rect l="l" t="t" r="r" b="b"/>
              <a:pathLst>
                <a:path w="8516" h="12741" extrusionOk="0">
                  <a:moveTo>
                    <a:pt x="5373" y="1"/>
                  </a:moveTo>
                  <a:lnTo>
                    <a:pt x="5373" y="1"/>
                  </a:lnTo>
                  <a:cubicBezTo>
                    <a:pt x="4359" y="1285"/>
                    <a:pt x="3413" y="2636"/>
                    <a:pt x="2568" y="4022"/>
                  </a:cubicBezTo>
                  <a:cubicBezTo>
                    <a:pt x="1690" y="5407"/>
                    <a:pt x="879" y="6793"/>
                    <a:pt x="102" y="8246"/>
                  </a:cubicBezTo>
                  <a:lnTo>
                    <a:pt x="0" y="8381"/>
                  </a:lnTo>
                  <a:lnTo>
                    <a:pt x="169" y="8449"/>
                  </a:lnTo>
                  <a:cubicBezTo>
                    <a:pt x="1588" y="9023"/>
                    <a:pt x="2974" y="9632"/>
                    <a:pt x="4326" y="10274"/>
                  </a:cubicBezTo>
                  <a:cubicBezTo>
                    <a:pt x="5035" y="10611"/>
                    <a:pt x="5711" y="10949"/>
                    <a:pt x="6387" y="11287"/>
                  </a:cubicBezTo>
                  <a:lnTo>
                    <a:pt x="8396" y="12275"/>
                  </a:lnTo>
                  <a:lnTo>
                    <a:pt x="8396" y="12275"/>
                  </a:lnTo>
                  <a:lnTo>
                    <a:pt x="7806" y="12740"/>
                  </a:lnTo>
                  <a:lnTo>
                    <a:pt x="8440" y="12297"/>
                  </a:lnTo>
                  <a:lnTo>
                    <a:pt x="8448" y="12301"/>
                  </a:lnTo>
                  <a:lnTo>
                    <a:pt x="8448" y="12291"/>
                  </a:lnTo>
                  <a:lnTo>
                    <a:pt x="8448" y="12291"/>
                  </a:lnTo>
                  <a:lnTo>
                    <a:pt x="8482" y="12267"/>
                  </a:lnTo>
                  <a:lnTo>
                    <a:pt x="8516" y="12234"/>
                  </a:lnTo>
                  <a:lnTo>
                    <a:pt x="8448" y="12200"/>
                  </a:lnTo>
                  <a:cubicBezTo>
                    <a:pt x="7806" y="11828"/>
                    <a:pt x="7130" y="11456"/>
                    <a:pt x="6488" y="11085"/>
                  </a:cubicBezTo>
                  <a:cubicBezTo>
                    <a:pt x="5812" y="10747"/>
                    <a:pt x="5137" y="10375"/>
                    <a:pt x="4461" y="10037"/>
                  </a:cubicBezTo>
                  <a:cubicBezTo>
                    <a:pt x="3123" y="9384"/>
                    <a:pt x="1785" y="8763"/>
                    <a:pt x="447" y="8204"/>
                  </a:cubicBezTo>
                  <a:lnTo>
                    <a:pt x="447" y="8204"/>
                  </a:lnTo>
                  <a:cubicBezTo>
                    <a:pt x="1170" y="6835"/>
                    <a:pt x="1955" y="5495"/>
                    <a:pt x="2771" y="4123"/>
                  </a:cubicBezTo>
                  <a:cubicBezTo>
                    <a:pt x="3582" y="2738"/>
                    <a:pt x="4461" y="1352"/>
                    <a:pt x="53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7"/>
            <p:cNvSpPr/>
            <p:nvPr/>
          </p:nvSpPr>
          <p:spPr>
            <a:xfrm>
              <a:off x="1068751" y="2226928"/>
              <a:ext cx="269557" cy="136747"/>
            </a:xfrm>
            <a:custGeom>
              <a:avLst/>
              <a:gdLst/>
              <a:ahLst/>
              <a:cxnLst/>
              <a:rect l="l" t="t" r="r" b="b"/>
              <a:pathLst>
                <a:path w="10544" h="5349" extrusionOk="0">
                  <a:moveTo>
                    <a:pt x="4947" y="1"/>
                  </a:moveTo>
                  <a:cubicBezTo>
                    <a:pt x="4909" y="1"/>
                    <a:pt x="4871" y="1"/>
                    <a:pt x="4833" y="2"/>
                  </a:cubicBezTo>
                  <a:cubicBezTo>
                    <a:pt x="3076" y="2"/>
                    <a:pt x="1386" y="543"/>
                    <a:pt x="1" y="1590"/>
                  </a:cubicBezTo>
                  <a:cubicBezTo>
                    <a:pt x="1" y="1590"/>
                    <a:pt x="4113" y="5349"/>
                    <a:pt x="7200" y="5349"/>
                  </a:cubicBezTo>
                  <a:cubicBezTo>
                    <a:pt x="7279" y="5349"/>
                    <a:pt x="7357" y="5346"/>
                    <a:pt x="7435" y="5341"/>
                  </a:cubicBezTo>
                  <a:cubicBezTo>
                    <a:pt x="10544" y="5139"/>
                    <a:pt x="10105" y="2604"/>
                    <a:pt x="10105" y="2604"/>
                  </a:cubicBezTo>
                  <a:cubicBezTo>
                    <a:pt x="10105" y="2604"/>
                    <a:pt x="7930" y="1"/>
                    <a:pt x="4947" y="1"/>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7"/>
            <p:cNvSpPr/>
            <p:nvPr/>
          </p:nvSpPr>
          <p:spPr>
            <a:xfrm>
              <a:off x="1166384" y="2090462"/>
              <a:ext cx="133935" cy="258385"/>
            </a:xfrm>
            <a:custGeom>
              <a:avLst/>
              <a:gdLst/>
              <a:ahLst/>
              <a:cxnLst/>
              <a:rect l="l" t="t" r="r" b="b"/>
              <a:pathLst>
                <a:path w="5239" h="10107" extrusionOk="0">
                  <a:moveTo>
                    <a:pt x="439" y="1"/>
                  </a:moveTo>
                  <a:cubicBezTo>
                    <a:pt x="439" y="1"/>
                    <a:pt x="0" y="6557"/>
                    <a:pt x="34" y="6726"/>
                  </a:cubicBezTo>
                  <a:cubicBezTo>
                    <a:pt x="134" y="7327"/>
                    <a:pt x="1587" y="10106"/>
                    <a:pt x="3448" y="10106"/>
                  </a:cubicBezTo>
                  <a:cubicBezTo>
                    <a:pt x="3470" y="10106"/>
                    <a:pt x="3492" y="10106"/>
                    <a:pt x="3515" y="10105"/>
                  </a:cubicBezTo>
                  <a:cubicBezTo>
                    <a:pt x="4495" y="10105"/>
                    <a:pt x="4562" y="6692"/>
                    <a:pt x="4562" y="6692"/>
                  </a:cubicBezTo>
                  <a:lnTo>
                    <a:pt x="4596" y="6422"/>
                  </a:lnTo>
                  <a:lnTo>
                    <a:pt x="5238" y="2873"/>
                  </a:lnTo>
                  <a:lnTo>
                    <a:pt x="439" y="1"/>
                  </a:ln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7"/>
            <p:cNvSpPr/>
            <p:nvPr/>
          </p:nvSpPr>
          <p:spPr>
            <a:xfrm>
              <a:off x="1173286" y="2091331"/>
              <a:ext cx="127032" cy="162440"/>
            </a:xfrm>
            <a:custGeom>
              <a:avLst/>
              <a:gdLst/>
              <a:ahLst/>
              <a:cxnLst/>
              <a:rect l="l" t="t" r="r" b="b"/>
              <a:pathLst>
                <a:path w="4969" h="6354" extrusionOk="0">
                  <a:moveTo>
                    <a:pt x="169" y="1"/>
                  </a:moveTo>
                  <a:cubicBezTo>
                    <a:pt x="169" y="1"/>
                    <a:pt x="102" y="1116"/>
                    <a:pt x="1" y="2434"/>
                  </a:cubicBezTo>
                  <a:cubicBezTo>
                    <a:pt x="812" y="4292"/>
                    <a:pt x="2366" y="5712"/>
                    <a:pt x="4292" y="6354"/>
                  </a:cubicBezTo>
                  <a:lnTo>
                    <a:pt x="4968" y="2839"/>
                  </a:lnTo>
                  <a:lnTo>
                    <a:pt x="169" y="1"/>
                  </a:lnTo>
                  <a:close/>
                </a:path>
              </a:pathLst>
            </a:custGeom>
            <a:solidFill>
              <a:srgbClr val="000000">
                <a:alpha val="1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7"/>
            <p:cNvSpPr/>
            <p:nvPr/>
          </p:nvSpPr>
          <p:spPr>
            <a:xfrm>
              <a:off x="1111087" y="1837419"/>
              <a:ext cx="330913" cy="379129"/>
            </a:xfrm>
            <a:custGeom>
              <a:avLst/>
              <a:gdLst/>
              <a:ahLst/>
              <a:cxnLst/>
              <a:rect l="l" t="t" r="r" b="b"/>
              <a:pathLst>
                <a:path w="12944" h="14830" extrusionOk="0">
                  <a:moveTo>
                    <a:pt x="6467" y="0"/>
                  </a:moveTo>
                  <a:cubicBezTo>
                    <a:pt x="6166" y="0"/>
                    <a:pt x="5868" y="23"/>
                    <a:pt x="5576" y="65"/>
                  </a:cubicBezTo>
                  <a:cubicBezTo>
                    <a:pt x="2771" y="471"/>
                    <a:pt x="0" y="2701"/>
                    <a:pt x="1217" y="8919"/>
                  </a:cubicBezTo>
                  <a:cubicBezTo>
                    <a:pt x="2261" y="14227"/>
                    <a:pt x="5497" y="14830"/>
                    <a:pt x="7183" y="14830"/>
                  </a:cubicBezTo>
                  <a:cubicBezTo>
                    <a:pt x="7461" y="14830"/>
                    <a:pt x="7697" y="14813"/>
                    <a:pt x="7874" y="14799"/>
                  </a:cubicBezTo>
                  <a:cubicBezTo>
                    <a:pt x="9226" y="14664"/>
                    <a:pt x="12943" y="13616"/>
                    <a:pt x="12369" y="7331"/>
                  </a:cubicBezTo>
                  <a:cubicBezTo>
                    <a:pt x="11884" y="1698"/>
                    <a:pt x="9066" y="0"/>
                    <a:pt x="6467" y="0"/>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7"/>
            <p:cNvSpPr/>
            <p:nvPr/>
          </p:nvSpPr>
          <p:spPr>
            <a:xfrm>
              <a:off x="1376298" y="1971814"/>
              <a:ext cx="32672" cy="17691"/>
            </a:xfrm>
            <a:custGeom>
              <a:avLst/>
              <a:gdLst/>
              <a:ahLst/>
              <a:cxnLst/>
              <a:rect l="l" t="t" r="r" b="b"/>
              <a:pathLst>
                <a:path w="1278" h="692" extrusionOk="0">
                  <a:moveTo>
                    <a:pt x="480" y="0"/>
                  </a:moveTo>
                  <a:cubicBezTo>
                    <a:pt x="334" y="0"/>
                    <a:pt x="172" y="44"/>
                    <a:pt x="68" y="148"/>
                  </a:cubicBezTo>
                  <a:cubicBezTo>
                    <a:pt x="1" y="249"/>
                    <a:pt x="1" y="350"/>
                    <a:pt x="68" y="418"/>
                  </a:cubicBezTo>
                  <a:cubicBezTo>
                    <a:pt x="204" y="519"/>
                    <a:pt x="339" y="587"/>
                    <a:pt x="508" y="587"/>
                  </a:cubicBezTo>
                  <a:cubicBezTo>
                    <a:pt x="643" y="621"/>
                    <a:pt x="778" y="688"/>
                    <a:pt x="913" y="688"/>
                  </a:cubicBezTo>
                  <a:cubicBezTo>
                    <a:pt x="927" y="690"/>
                    <a:pt x="940" y="691"/>
                    <a:pt x="953" y="691"/>
                  </a:cubicBezTo>
                  <a:cubicBezTo>
                    <a:pt x="1164" y="691"/>
                    <a:pt x="1277" y="442"/>
                    <a:pt x="1150" y="283"/>
                  </a:cubicBezTo>
                  <a:cubicBezTo>
                    <a:pt x="1015" y="148"/>
                    <a:pt x="812" y="46"/>
                    <a:pt x="609" y="12"/>
                  </a:cubicBezTo>
                  <a:cubicBezTo>
                    <a:pt x="569" y="4"/>
                    <a:pt x="526" y="0"/>
                    <a:pt x="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7"/>
            <p:cNvSpPr/>
            <p:nvPr/>
          </p:nvSpPr>
          <p:spPr>
            <a:xfrm>
              <a:off x="1288175" y="1974703"/>
              <a:ext cx="31138" cy="18177"/>
            </a:xfrm>
            <a:custGeom>
              <a:avLst/>
              <a:gdLst/>
              <a:ahLst/>
              <a:cxnLst/>
              <a:rect l="l" t="t" r="r" b="b"/>
              <a:pathLst>
                <a:path w="1218" h="711" extrusionOk="0">
                  <a:moveTo>
                    <a:pt x="811" y="1"/>
                  </a:moveTo>
                  <a:cubicBezTo>
                    <a:pt x="744" y="1"/>
                    <a:pt x="677" y="12"/>
                    <a:pt x="609" y="35"/>
                  </a:cubicBezTo>
                  <a:cubicBezTo>
                    <a:pt x="406" y="68"/>
                    <a:pt x="237" y="170"/>
                    <a:pt x="102" y="305"/>
                  </a:cubicBezTo>
                  <a:cubicBezTo>
                    <a:pt x="1" y="474"/>
                    <a:pt x="136" y="710"/>
                    <a:pt x="339" y="710"/>
                  </a:cubicBezTo>
                  <a:cubicBezTo>
                    <a:pt x="474" y="710"/>
                    <a:pt x="609" y="643"/>
                    <a:pt x="744" y="609"/>
                  </a:cubicBezTo>
                  <a:cubicBezTo>
                    <a:pt x="913" y="575"/>
                    <a:pt x="1049" y="508"/>
                    <a:pt x="1184" y="406"/>
                  </a:cubicBezTo>
                  <a:cubicBezTo>
                    <a:pt x="1217" y="339"/>
                    <a:pt x="1217" y="203"/>
                    <a:pt x="1184" y="136"/>
                  </a:cubicBezTo>
                  <a:cubicBezTo>
                    <a:pt x="1071" y="46"/>
                    <a:pt x="943" y="1"/>
                    <a:pt x="8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7"/>
            <p:cNvSpPr/>
            <p:nvPr/>
          </p:nvSpPr>
          <p:spPr>
            <a:xfrm>
              <a:off x="1290783" y="2021359"/>
              <a:ext cx="33695" cy="35459"/>
            </a:xfrm>
            <a:custGeom>
              <a:avLst/>
              <a:gdLst/>
              <a:ahLst/>
              <a:cxnLst/>
              <a:rect l="l" t="t" r="r" b="b"/>
              <a:pathLst>
                <a:path w="1318" h="1387" extrusionOk="0">
                  <a:moveTo>
                    <a:pt x="710" y="1"/>
                  </a:moveTo>
                  <a:cubicBezTo>
                    <a:pt x="0" y="1"/>
                    <a:pt x="34" y="1386"/>
                    <a:pt x="676" y="1386"/>
                  </a:cubicBezTo>
                  <a:cubicBezTo>
                    <a:pt x="684" y="1386"/>
                    <a:pt x="692" y="1387"/>
                    <a:pt x="699" y="1387"/>
                  </a:cubicBezTo>
                  <a:cubicBezTo>
                    <a:pt x="1317" y="1387"/>
                    <a:pt x="1278" y="34"/>
                    <a:pt x="7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7"/>
            <p:cNvSpPr/>
            <p:nvPr/>
          </p:nvSpPr>
          <p:spPr>
            <a:xfrm>
              <a:off x="1374764" y="2018701"/>
              <a:ext cx="33158" cy="35535"/>
            </a:xfrm>
            <a:custGeom>
              <a:avLst/>
              <a:gdLst/>
              <a:ahLst/>
              <a:cxnLst/>
              <a:rect l="l" t="t" r="r" b="b"/>
              <a:pathLst>
                <a:path w="1297" h="1390" extrusionOk="0">
                  <a:moveTo>
                    <a:pt x="617" y="1"/>
                  </a:moveTo>
                  <a:cubicBezTo>
                    <a:pt x="601" y="1"/>
                    <a:pt x="585" y="2"/>
                    <a:pt x="568" y="3"/>
                  </a:cubicBezTo>
                  <a:cubicBezTo>
                    <a:pt x="0" y="37"/>
                    <a:pt x="59" y="1389"/>
                    <a:pt x="680" y="1389"/>
                  </a:cubicBezTo>
                  <a:cubicBezTo>
                    <a:pt x="687" y="1389"/>
                    <a:pt x="695" y="1389"/>
                    <a:pt x="703" y="1389"/>
                  </a:cubicBezTo>
                  <a:cubicBezTo>
                    <a:pt x="1297" y="1323"/>
                    <a:pt x="1279" y="1"/>
                    <a:pt x="6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7"/>
            <p:cNvSpPr/>
            <p:nvPr/>
          </p:nvSpPr>
          <p:spPr>
            <a:xfrm>
              <a:off x="1326190" y="1972556"/>
              <a:ext cx="57266" cy="132069"/>
            </a:xfrm>
            <a:custGeom>
              <a:avLst/>
              <a:gdLst/>
              <a:ahLst/>
              <a:cxnLst/>
              <a:rect l="l" t="t" r="r" b="b"/>
              <a:pathLst>
                <a:path w="2240" h="5166" extrusionOk="0">
                  <a:moveTo>
                    <a:pt x="1222" y="0"/>
                  </a:moveTo>
                  <a:cubicBezTo>
                    <a:pt x="1200" y="0"/>
                    <a:pt x="1184" y="17"/>
                    <a:pt x="1184" y="51"/>
                  </a:cubicBezTo>
                  <a:cubicBezTo>
                    <a:pt x="1353" y="1369"/>
                    <a:pt x="1758" y="2687"/>
                    <a:pt x="1927" y="4005"/>
                  </a:cubicBezTo>
                  <a:cubicBezTo>
                    <a:pt x="1690" y="3937"/>
                    <a:pt x="1454" y="3903"/>
                    <a:pt x="1217" y="3870"/>
                  </a:cubicBezTo>
                  <a:cubicBezTo>
                    <a:pt x="1184" y="3870"/>
                    <a:pt x="1420" y="4883"/>
                    <a:pt x="1420" y="4951"/>
                  </a:cubicBezTo>
                  <a:cubicBezTo>
                    <a:pt x="1362" y="4955"/>
                    <a:pt x="1304" y="4957"/>
                    <a:pt x="1245" y="4957"/>
                  </a:cubicBezTo>
                  <a:cubicBezTo>
                    <a:pt x="832" y="4957"/>
                    <a:pt x="424" y="4850"/>
                    <a:pt x="68" y="4613"/>
                  </a:cubicBezTo>
                  <a:cubicBezTo>
                    <a:pt x="35" y="4613"/>
                    <a:pt x="1" y="4647"/>
                    <a:pt x="35" y="4681"/>
                  </a:cubicBezTo>
                  <a:cubicBezTo>
                    <a:pt x="348" y="4994"/>
                    <a:pt x="782" y="5166"/>
                    <a:pt x="1227" y="5166"/>
                  </a:cubicBezTo>
                  <a:cubicBezTo>
                    <a:pt x="1359" y="5166"/>
                    <a:pt x="1492" y="5151"/>
                    <a:pt x="1623" y="5120"/>
                  </a:cubicBezTo>
                  <a:cubicBezTo>
                    <a:pt x="1623" y="4782"/>
                    <a:pt x="1589" y="4478"/>
                    <a:pt x="1521" y="4174"/>
                  </a:cubicBezTo>
                  <a:lnTo>
                    <a:pt x="1521" y="4174"/>
                  </a:lnTo>
                  <a:cubicBezTo>
                    <a:pt x="1622" y="4199"/>
                    <a:pt x="1982" y="4335"/>
                    <a:pt x="2148" y="4335"/>
                  </a:cubicBezTo>
                  <a:cubicBezTo>
                    <a:pt x="2206" y="4335"/>
                    <a:pt x="2240" y="4319"/>
                    <a:pt x="2231" y="4275"/>
                  </a:cubicBezTo>
                  <a:cubicBezTo>
                    <a:pt x="2062" y="2822"/>
                    <a:pt x="1724" y="1403"/>
                    <a:pt x="1285" y="51"/>
                  </a:cubicBezTo>
                  <a:cubicBezTo>
                    <a:pt x="1268" y="17"/>
                    <a:pt x="1243" y="0"/>
                    <a:pt x="1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7"/>
            <p:cNvSpPr/>
            <p:nvPr/>
          </p:nvSpPr>
          <p:spPr>
            <a:xfrm>
              <a:off x="1322739" y="2091331"/>
              <a:ext cx="34589" cy="25207"/>
            </a:xfrm>
            <a:custGeom>
              <a:avLst/>
              <a:gdLst/>
              <a:ahLst/>
              <a:cxnLst/>
              <a:rect l="l" t="t" r="r" b="b"/>
              <a:pathLst>
                <a:path w="1353" h="986" extrusionOk="0">
                  <a:moveTo>
                    <a:pt x="170" y="1"/>
                  </a:moveTo>
                  <a:cubicBezTo>
                    <a:pt x="136" y="102"/>
                    <a:pt x="68" y="237"/>
                    <a:pt x="34" y="372"/>
                  </a:cubicBezTo>
                  <a:cubicBezTo>
                    <a:pt x="1" y="609"/>
                    <a:pt x="1" y="879"/>
                    <a:pt x="305" y="947"/>
                  </a:cubicBezTo>
                  <a:cubicBezTo>
                    <a:pt x="362" y="975"/>
                    <a:pt x="425" y="986"/>
                    <a:pt x="489" y="986"/>
                  </a:cubicBezTo>
                  <a:cubicBezTo>
                    <a:pt x="577" y="986"/>
                    <a:pt x="666" y="966"/>
                    <a:pt x="744" y="947"/>
                  </a:cubicBezTo>
                  <a:cubicBezTo>
                    <a:pt x="981" y="812"/>
                    <a:pt x="1183" y="643"/>
                    <a:pt x="1352" y="440"/>
                  </a:cubicBezTo>
                  <a:cubicBezTo>
                    <a:pt x="913" y="406"/>
                    <a:pt x="508" y="27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7"/>
            <p:cNvSpPr/>
            <p:nvPr/>
          </p:nvSpPr>
          <p:spPr>
            <a:xfrm>
              <a:off x="1322739" y="2100841"/>
              <a:ext cx="19046" cy="15697"/>
            </a:xfrm>
            <a:custGeom>
              <a:avLst/>
              <a:gdLst/>
              <a:ahLst/>
              <a:cxnLst/>
              <a:rect l="l" t="t" r="r" b="b"/>
              <a:pathLst>
                <a:path w="745" h="614" extrusionOk="0">
                  <a:moveTo>
                    <a:pt x="34" y="0"/>
                  </a:moveTo>
                  <a:cubicBezTo>
                    <a:pt x="1" y="237"/>
                    <a:pt x="1" y="507"/>
                    <a:pt x="305" y="575"/>
                  </a:cubicBezTo>
                  <a:cubicBezTo>
                    <a:pt x="362" y="603"/>
                    <a:pt x="425" y="614"/>
                    <a:pt x="489" y="614"/>
                  </a:cubicBezTo>
                  <a:cubicBezTo>
                    <a:pt x="577" y="614"/>
                    <a:pt x="666" y="594"/>
                    <a:pt x="744" y="575"/>
                  </a:cubicBezTo>
                  <a:cubicBezTo>
                    <a:pt x="676" y="237"/>
                    <a:pt x="372" y="0"/>
                    <a:pt x="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7"/>
            <p:cNvSpPr/>
            <p:nvPr/>
          </p:nvSpPr>
          <p:spPr>
            <a:xfrm>
              <a:off x="1040655" y="1721098"/>
              <a:ext cx="157710" cy="139789"/>
            </a:xfrm>
            <a:custGeom>
              <a:avLst/>
              <a:gdLst/>
              <a:ahLst/>
              <a:cxnLst/>
              <a:rect l="l" t="t" r="r" b="b"/>
              <a:pathLst>
                <a:path w="6169" h="5468" extrusionOk="0">
                  <a:moveTo>
                    <a:pt x="2577" y="0"/>
                  </a:moveTo>
                  <a:cubicBezTo>
                    <a:pt x="1177" y="0"/>
                    <a:pt x="0" y="1264"/>
                    <a:pt x="627" y="3095"/>
                  </a:cubicBezTo>
                  <a:cubicBezTo>
                    <a:pt x="1093" y="4495"/>
                    <a:pt x="3047" y="5468"/>
                    <a:pt x="4311" y="5468"/>
                  </a:cubicBezTo>
                  <a:cubicBezTo>
                    <a:pt x="4511" y="5468"/>
                    <a:pt x="4694" y="5443"/>
                    <a:pt x="4851" y="5393"/>
                  </a:cubicBezTo>
                  <a:cubicBezTo>
                    <a:pt x="5425" y="5257"/>
                    <a:pt x="6169" y="2250"/>
                    <a:pt x="4276" y="662"/>
                  </a:cubicBezTo>
                  <a:cubicBezTo>
                    <a:pt x="3742" y="205"/>
                    <a:pt x="3141" y="0"/>
                    <a:pt x="25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7"/>
            <p:cNvSpPr/>
            <p:nvPr/>
          </p:nvSpPr>
          <p:spPr>
            <a:xfrm>
              <a:off x="1029867" y="1728487"/>
              <a:ext cx="134804" cy="137386"/>
            </a:xfrm>
            <a:custGeom>
              <a:avLst/>
              <a:gdLst/>
              <a:ahLst/>
              <a:cxnLst/>
              <a:rect l="l" t="t" r="r" b="b"/>
              <a:pathLst>
                <a:path w="5273" h="5374" extrusionOk="0">
                  <a:moveTo>
                    <a:pt x="1961" y="1"/>
                  </a:moveTo>
                  <a:cubicBezTo>
                    <a:pt x="1184" y="339"/>
                    <a:pt x="609" y="947"/>
                    <a:pt x="339" y="1724"/>
                  </a:cubicBezTo>
                  <a:cubicBezTo>
                    <a:pt x="1" y="2535"/>
                    <a:pt x="204" y="3482"/>
                    <a:pt x="778" y="4124"/>
                  </a:cubicBezTo>
                  <a:cubicBezTo>
                    <a:pt x="1353" y="4698"/>
                    <a:pt x="2096" y="5104"/>
                    <a:pt x="2941" y="5273"/>
                  </a:cubicBezTo>
                  <a:cubicBezTo>
                    <a:pt x="3313" y="5340"/>
                    <a:pt x="3718" y="5374"/>
                    <a:pt x="4124" y="5374"/>
                  </a:cubicBezTo>
                  <a:cubicBezTo>
                    <a:pt x="4529" y="5374"/>
                    <a:pt x="4935" y="5306"/>
                    <a:pt x="5273" y="5137"/>
                  </a:cubicBezTo>
                  <a:lnTo>
                    <a:pt x="5273" y="5137"/>
                  </a:lnTo>
                  <a:cubicBezTo>
                    <a:pt x="5043" y="5179"/>
                    <a:pt x="4813" y="5208"/>
                    <a:pt x="4575" y="5208"/>
                  </a:cubicBezTo>
                  <a:cubicBezTo>
                    <a:pt x="4428" y="5208"/>
                    <a:pt x="4279" y="5197"/>
                    <a:pt x="4124" y="5171"/>
                  </a:cubicBezTo>
                  <a:cubicBezTo>
                    <a:pt x="3752" y="5137"/>
                    <a:pt x="3380" y="5036"/>
                    <a:pt x="3008" y="4935"/>
                  </a:cubicBezTo>
                  <a:cubicBezTo>
                    <a:pt x="2299" y="4732"/>
                    <a:pt x="1623" y="4360"/>
                    <a:pt x="1116" y="3819"/>
                  </a:cubicBezTo>
                  <a:cubicBezTo>
                    <a:pt x="609" y="3279"/>
                    <a:pt x="440" y="2535"/>
                    <a:pt x="643" y="1826"/>
                  </a:cubicBezTo>
                  <a:cubicBezTo>
                    <a:pt x="846" y="1082"/>
                    <a:pt x="1319" y="440"/>
                    <a:pt x="19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7"/>
            <p:cNvSpPr/>
            <p:nvPr/>
          </p:nvSpPr>
          <p:spPr>
            <a:xfrm>
              <a:off x="1084294" y="1821671"/>
              <a:ext cx="335234" cy="238777"/>
            </a:xfrm>
            <a:custGeom>
              <a:avLst/>
              <a:gdLst/>
              <a:ahLst/>
              <a:cxnLst/>
              <a:rect l="l" t="t" r="r" b="b"/>
              <a:pathLst>
                <a:path w="13113" h="9340" extrusionOk="0">
                  <a:moveTo>
                    <a:pt x="7012" y="1"/>
                  </a:moveTo>
                  <a:cubicBezTo>
                    <a:pt x="5586" y="1"/>
                    <a:pt x="3821" y="436"/>
                    <a:pt x="2535" y="2202"/>
                  </a:cubicBezTo>
                  <a:cubicBezTo>
                    <a:pt x="1" y="5649"/>
                    <a:pt x="1859" y="9231"/>
                    <a:pt x="2637" y="9332"/>
                  </a:cubicBezTo>
                  <a:cubicBezTo>
                    <a:pt x="2673" y="9337"/>
                    <a:pt x="2708" y="9340"/>
                    <a:pt x="2742" y="9340"/>
                  </a:cubicBezTo>
                  <a:cubicBezTo>
                    <a:pt x="3840" y="9340"/>
                    <a:pt x="4157" y="6798"/>
                    <a:pt x="4157" y="6798"/>
                  </a:cubicBezTo>
                  <a:cubicBezTo>
                    <a:pt x="4157" y="6798"/>
                    <a:pt x="9192" y="6054"/>
                    <a:pt x="9699" y="1999"/>
                  </a:cubicBezTo>
                  <a:cubicBezTo>
                    <a:pt x="10274" y="3655"/>
                    <a:pt x="11524" y="5041"/>
                    <a:pt x="13112" y="5818"/>
                  </a:cubicBezTo>
                  <a:cubicBezTo>
                    <a:pt x="13112" y="5818"/>
                    <a:pt x="13011" y="1357"/>
                    <a:pt x="9463" y="411"/>
                  </a:cubicBezTo>
                  <a:cubicBezTo>
                    <a:pt x="9463" y="411"/>
                    <a:pt x="8397" y="1"/>
                    <a:pt x="70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7"/>
            <p:cNvSpPr/>
            <p:nvPr/>
          </p:nvSpPr>
          <p:spPr>
            <a:xfrm>
              <a:off x="1089484" y="2015147"/>
              <a:ext cx="89887" cy="100010"/>
            </a:xfrm>
            <a:custGeom>
              <a:avLst/>
              <a:gdLst/>
              <a:ahLst/>
              <a:cxnLst/>
              <a:rect l="l" t="t" r="r" b="b"/>
              <a:pathLst>
                <a:path w="3516" h="3912" extrusionOk="0">
                  <a:moveTo>
                    <a:pt x="1212" y="1"/>
                  </a:moveTo>
                  <a:cubicBezTo>
                    <a:pt x="1108" y="1"/>
                    <a:pt x="1008" y="24"/>
                    <a:pt x="913" y="75"/>
                  </a:cubicBezTo>
                  <a:cubicBezTo>
                    <a:pt x="1" y="581"/>
                    <a:pt x="1048" y="3420"/>
                    <a:pt x="2096" y="3826"/>
                  </a:cubicBezTo>
                  <a:cubicBezTo>
                    <a:pt x="2230" y="3884"/>
                    <a:pt x="2372" y="3912"/>
                    <a:pt x="2513" y="3912"/>
                  </a:cubicBezTo>
                  <a:cubicBezTo>
                    <a:pt x="2942" y="3912"/>
                    <a:pt x="3363" y="3658"/>
                    <a:pt x="3515" y="3251"/>
                  </a:cubicBezTo>
                  <a:lnTo>
                    <a:pt x="3177" y="1561"/>
                  </a:lnTo>
                  <a:cubicBezTo>
                    <a:pt x="3177" y="1561"/>
                    <a:pt x="2074" y="1"/>
                    <a:pt x="1212" y="1"/>
                  </a:cubicBezTo>
                  <a:close/>
                </a:path>
              </a:pathLst>
            </a:custGeom>
            <a:solidFill>
              <a:srgbClr val="F0B3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7"/>
            <p:cNvSpPr/>
            <p:nvPr/>
          </p:nvSpPr>
          <p:spPr>
            <a:xfrm>
              <a:off x="1120597" y="2037772"/>
              <a:ext cx="44943" cy="62302"/>
            </a:xfrm>
            <a:custGeom>
              <a:avLst/>
              <a:gdLst/>
              <a:ahLst/>
              <a:cxnLst/>
              <a:rect l="l" t="t" r="r" b="b"/>
              <a:pathLst>
                <a:path w="1758" h="2437" extrusionOk="0">
                  <a:moveTo>
                    <a:pt x="0" y="1"/>
                  </a:moveTo>
                  <a:lnTo>
                    <a:pt x="0" y="34"/>
                  </a:lnTo>
                  <a:cubicBezTo>
                    <a:pt x="676" y="372"/>
                    <a:pt x="1183" y="981"/>
                    <a:pt x="1386" y="1724"/>
                  </a:cubicBezTo>
                  <a:cubicBezTo>
                    <a:pt x="1284" y="1520"/>
                    <a:pt x="1084" y="1415"/>
                    <a:pt x="882" y="1415"/>
                  </a:cubicBezTo>
                  <a:cubicBezTo>
                    <a:pt x="749" y="1415"/>
                    <a:pt x="615" y="1461"/>
                    <a:pt x="507" y="1555"/>
                  </a:cubicBezTo>
                  <a:cubicBezTo>
                    <a:pt x="507" y="1555"/>
                    <a:pt x="507" y="1589"/>
                    <a:pt x="507" y="1589"/>
                  </a:cubicBezTo>
                  <a:cubicBezTo>
                    <a:pt x="573" y="1572"/>
                    <a:pt x="640" y="1564"/>
                    <a:pt x="707" y="1564"/>
                  </a:cubicBezTo>
                  <a:cubicBezTo>
                    <a:pt x="917" y="1564"/>
                    <a:pt x="1123" y="1646"/>
                    <a:pt x="1250" y="1825"/>
                  </a:cubicBezTo>
                  <a:cubicBezTo>
                    <a:pt x="1386" y="1994"/>
                    <a:pt x="1487" y="2197"/>
                    <a:pt x="1588" y="2400"/>
                  </a:cubicBezTo>
                  <a:cubicBezTo>
                    <a:pt x="1601" y="2426"/>
                    <a:pt x="1629" y="2437"/>
                    <a:pt x="1656" y="2437"/>
                  </a:cubicBezTo>
                  <a:cubicBezTo>
                    <a:pt x="1701" y="2437"/>
                    <a:pt x="1744" y="2408"/>
                    <a:pt x="1724" y="2366"/>
                  </a:cubicBezTo>
                  <a:cubicBezTo>
                    <a:pt x="1757" y="1420"/>
                    <a:pt x="1014" y="102"/>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 name="Google Shape;259;p17"/>
            <p:cNvGrpSpPr/>
            <p:nvPr/>
          </p:nvGrpSpPr>
          <p:grpSpPr>
            <a:xfrm>
              <a:off x="1249317" y="4296338"/>
              <a:ext cx="791365" cy="382146"/>
              <a:chOff x="1249317" y="4296338"/>
              <a:chExt cx="791365" cy="382146"/>
            </a:xfrm>
          </p:grpSpPr>
          <p:sp>
            <p:nvSpPr>
              <p:cNvPr id="260" name="Google Shape;260;p17"/>
              <p:cNvSpPr/>
              <p:nvPr/>
            </p:nvSpPr>
            <p:spPr>
              <a:xfrm>
                <a:off x="1249317" y="4376356"/>
                <a:ext cx="791365" cy="302127"/>
              </a:xfrm>
              <a:custGeom>
                <a:avLst/>
                <a:gdLst/>
                <a:ahLst/>
                <a:cxnLst/>
                <a:rect l="l" t="t" r="r" b="b"/>
                <a:pathLst>
                  <a:path w="30955" h="11818" extrusionOk="0">
                    <a:moveTo>
                      <a:pt x="1115" y="1"/>
                    </a:moveTo>
                    <a:cubicBezTo>
                      <a:pt x="1115" y="68"/>
                      <a:pt x="609" y="1859"/>
                      <a:pt x="575" y="2333"/>
                    </a:cubicBezTo>
                    <a:cubicBezTo>
                      <a:pt x="237" y="6726"/>
                      <a:pt x="0" y="9463"/>
                      <a:pt x="338" y="9699"/>
                    </a:cubicBezTo>
                    <a:cubicBezTo>
                      <a:pt x="1284" y="10361"/>
                      <a:pt x="25411" y="11818"/>
                      <a:pt x="29435" y="11818"/>
                    </a:cubicBezTo>
                    <a:cubicBezTo>
                      <a:pt x="29723" y="11818"/>
                      <a:pt x="29909" y="11810"/>
                      <a:pt x="29974" y="11794"/>
                    </a:cubicBezTo>
                    <a:cubicBezTo>
                      <a:pt x="30954" y="11524"/>
                      <a:pt x="30278" y="8686"/>
                      <a:pt x="29265" y="7773"/>
                    </a:cubicBezTo>
                    <a:cubicBezTo>
                      <a:pt x="28217" y="6861"/>
                      <a:pt x="17910" y="1522"/>
                      <a:pt x="17910" y="1522"/>
                    </a:cubicBezTo>
                    <a:lnTo>
                      <a:pt x="17944" y="1217"/>
                    </a:lnTo>
                    <a:lnTo>
                      <a:pt x="11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 name="Google Shape;261;p17"/>
              <p:cNvGrpSpPr/>
              <p:nvPr/>
            </p:nvGrpSpPr>
            <p:grpSpPr>
              <a:xfrm>
                <a:off x="1509338" y="4296338"/>
                <a:ext cx="332626" cy="186318"/>
                <a:chOff x="1509338" y="4296338"/>
                <a:chExt cx="332626" cy="186318"/>
              </a:xfrm>
            </p:grpSpPr>
            <p:sp>
              <p:nvSpPr>
                <p:cNvPr id="262" name="Google Shape;262;p17"/>
                <p:cNvSpPr/>
                <p:nvPr/>
              </p:nvSpPr>
              <p:spPr>
                <a:xfrm>
                  <a:off x="1615842" y="4405551"/>
                  <a:ext cx="146641" cy="32340"/>
                </a:xfrm>
                <a:custGeom>
                  <a:avLst/>
                  <a:gdLst/>
                  <a:ahLst/>
                  <a:cxnLst/>
                  <a:rect l="l" t="t" r="r" b="b"/>
                  <a:pathLst>
                    <a:path w="5736" h="1265" extrusionOk="0">
                      <a:moveTo>
                        <a:pt x="3676" y="0"/>
                      </a:moveTo>
                      <a:cubicBezTo>
                        <a:pt x="2357" y="0"/>
                        <a:pt x="1028" y="346"/>
                        <a:pt x="59" y="1157"/>
                      </a:cubicBezTo>
                      <a:cubicBezTo>
                        <a:pt x="1" y="1186"/>
                        <a:pt x="43" y="1265"/>
                        <a:pt x="99" y="1265"/>
                      </a:cubicBezTo>
                      <a:cubicBezTo>
                        <a:pt x="108" y="1265"/>
                        <a:pt x="117" y="1263"/>
                        <a:pt x="126" y="1258"/>
                      </a:cubicBezTo>
                      <a:cubicBezTo>
                        <a:pt x="1884" y="819"/>
                        <a:pt x="3742" y="548"/>
                        <a:pt x="5567" y="447"/>
                      </a:cubicBezTo>
                      <a:cubicBezTo>
                        <a:pt x="5578" y="449"/>
                        <a:pt x="5589" y="450"/>
                        <a:pt x="5599" y="450"/>
                      </a:cubicBezTo>
                      <a:cubicBezTo>
                        <a:pt x="5735" y="450"/>
                        <a:pt x="5727" y="244"/>
                        <a:pt x="5601" y="244"/>
                      </a:cubicBezTo>
                      <a:cubicBezTo>
                        <a:pt x="4993" y="87"/>
                        <a:pt x="4336" y="0"/>
                        <a:pt x="36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7"/>
                <p:cNvSpPr/>
                <p:nvPr/>
              </p:nvSpPr>
              <p:spPr>
                <a:xfrm>
                  <a:off x="1648565" y="4427997"/>
                  <a:ext cx="146539" cy="32365"/>
                </a:xfrm>
                <a:custGeom>
                  <a:avLst/>
                  <a:gdLst/>
                  <a:ahLst/>
                  <a:cxnLst/>
                  <a:rect l="l" t="t" r="r" b="b"/>
                  <a:pathLst>
                    <a:path w="5732" h="1266" extrusionOk="0">
                      <a:moveTo>
                        <a:pt x="3679" y="1"/>
                      </a:moveTo>
                      <a:cubicBezTo>
                        <a:pt x="2357" y="1"/>
                        <a:pt x="1020" y="346"/>
                        <a:pt x="29" y="1157"/>
                      </a:cubicBezTo>
                      <a:cubicBezTo>
                        <a:pt x="0" y="1186"/>
                        <a:pt x="21" y="1266"/>
                        <a:pt x="92" y="1266"/>
                      </a:cubicBezTo>
                      <a:cubicBezTo>
                        <a:pt x="104" y="1266"/>
                        <a:pt x="116" y="1263"/>
                        <a:pt x="131" y="1259"/>
                      </a:cubicBezTo>
                      <a:cubicBezTo>
                        <a:pt x="1888" y="786"/>
                        <a:pt x="3713" y="515"/>
                        <a:pt x="5571" y="448"/>
                      </a:cubicBezTo>
                      <a:cubicBezTo>
                        <a:pt x="5580" y="450"/>
                        <a:pt x="5589" y="451"/>
                        <a:pt x="5597" y="451"/>
                      </a:cubicBezTo>
                      <a:cubicBezTo>
                        <a:pt x="5710" y="451"/>
                        <a:pt x="5731" y="245"/>
                        <a:pt x="5605" y="245"/>
                      </a:cubicBezTo>
                      <a:cubicBezTo>
                        <a:pt x="4997" y="87"/>
                        <a:pt x="4340" y="1"/>
                        <a:pt x="36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7"/>
                <p:cNvSpPr/>
                <p:nvPr/>
              </p:nvSpPr>
              <p:spPr>
                <a:xfrm>
                  <a:off x="1680394" y="4450213"/>
                  <a:ext cx="147484" cy="32442"/>
                </a:xfrm>
                <a:custGeom>
                  <a:avLst/>
                  <a:gdLst/>
                  <a:ahLst/>
                  <a:cxnLst/>
                  <a:rect l="l" t="t" r="r" b="b"/>
                  <a:pathLst>
                    <a:path w="5769" h="1269" extrusionOk="0">
                      <a:moveTo>
                        <a:pt x="3767" y="0"/>
                      </a:moveTo>
                      <a:cubicBezTo>
                        <a:pt x="2436" y="0"/>
                        <a:pt x="1074" y="344"/>
                        <a:pt x="68" y="1167"/>
                      </a:cubicBezTo>
                      <a:cubicBezTo>
                        <a:pt x="1" y="1201"/>
                        <a:pt x="68" y="1268"/>
                        <a:pt x="136" y="1268"/>
                      </a:cubicBezTo>
                      <a:cubicBezTo>
                        <a:pt x="1927" y="795"/>
                        <a:pt x="3752" y="525"/>
                        <a:pt x="5610" y="457"/>
                      </a:cubicBezTo>
                      <a:cubicBezTo>
                        <a:pt x="5619" y="460"/>
                        <a:pt x="5628" y="461"/>
                        <a:pt x="5636" y="461"/>
                      </a:cubicBezTo>
                      <a:cubicBezTo>
                        <a:pt x="5749" y="461"/>
                        <a:pt x="5768" y="252"/>
                        <a:pt x="5610" y="221"/>
                      </a:cubicBezTo>
                      <a:cubicBezTo>
                        <a:pt x="5031" y="79"/>
                        <a:pt x="4403" y="0"/>
                        <a:pt x="37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7"/>
                <p:cNvSpPr/>
                <p:nvPr/>
              </p:nvSpPr>
              <p:spPr>
                <a:xfrm>
                  <a:off x="1675229" y="4296338"/>
                  <a:ext cx="166735" cy="125984"/>
                </a:xfrm>
                <a:custGeom>
                  <a:avLst/>
                  <a:gdLst/>
                  <a:ahLst/>
                  <a:cxnLst/>
                  <a:rect l="l" t="t" r="r" b="b"/>
                  <a:pathLst>
                    <a:path w="6522" h="4928" extrusionOk="0">
                      <a:moveTo>
                        <a:pt x="4800" y="541"/>
                      </a:moveTo>
                      <a:cubicBezTo>
                        <a:pt x="5310" y="541"/>
                        <a:pt x="5679" y="830"/>
                        <a:pt x="5474" y="1745"/>
                      </a:cubicBezTo>
                      <a:cubicBezTo>
                        <a:pt x="5238" y="2861"/>
                        <a:pt x="3413" y="3435"/>
                        <a:pt x="2501" y="3739"/>
                      </a:cubicBezTo>
                      <a:cubicBezTo>
                        <a:pt x="1757" y="3976"/>
                        <a:pt x="980" y="4178"/>
                        <a:pt x="237" y="4483"/>
                      </a:cubicBezTo>
                      <a:cubicBezTo>
                        <a:pt x="811" y="3672"/>
                        <a:pt x="1453" y="2894"/>
                        <a:pt x="2095" y="2151"/>
                      </a:cubicBezTo>
                      <a:cubicBezTo>
                        <a:pt x="2399" y="1813"/>
                        <a:pt x="2771" y="1475"/>
                        <a:pt x="3143" y="1171"/>
                      </a:cubicBezTo>
                      <a:cubicBezTo>
                        <a:pt x="3449" y="919"/>
                        <a:pt x="4217" y="541"/>
                        <a:pt x="4800" y="541"/>
                      </a:cubicBezTo>
                      <a:close/>
                      <a:moveTo>
                        <a:pt x="4655" y="1"/>
                      </a:moveTo>
                      <a:cubicBezTo>
                        <a:pt x="4093" y="1"/>
                        <a:pt x="3495" y="252"/>
                        <a:pt x="3075" y="563"/>
                      </a:cubicBezTo>
                      <a:cubicBezTo>
                        <a:pt x="1690" y="1610"/>
                        <a:pt x="642" y="3029"/>
                        <a:pt x="0" y="4618"/>
                      </a:cubicBezTo>
                      <a:cubicBezTo>
                        <a:pt x="0" y="4652"/>
                        <a:pt x="0" y="4652"/>
                        <a:pt x="34" y="4685"/>
                      </a:cubicBezTo>
                      <a:cubicBezTo>
                        <a:pt x="34" y="4806"/>
                        <a:pt x="115" y="4927"/>
                        <a:pt x="253" y="4927"/>
                      </a:cubicBezTo>
                      <a:cubicBezTo>
                        <a:pt x="269" y="4927"/>
                        <a:pt x="286" y="4925"/>
                        <a:pt x="304" y="4922"/>
                      </a:cubicBezTo>
                      <a:cubicBezTo>
                        <a:pt x="1859" y="4449"/>
                        <a:pt x="3548" y="4145"/>
                        <a:pt x="4900" y="3198"/>
                      </a:cubicBezTo>
                      <a:cubicBezTo>
                        <a:pt x="5711" y="2658"/>
                        <a:pt x="6522" y="1644"/>
                        <a:pt x="5880" y="664"/>
                      </a:cubicBezTo>
                      <a:cubicBezTo>
                        <a:pt x="5585" y="183"/>
                        <a:pt x="5133" y="1"/>
                        <a:pt x="46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7"/>
                <p:cNvSpPr/>
                <p:nvPr/>
              </p:nvSpPr>
              <p:spPr>
                <a:xfrm>
                  <a:off x="1509338" y="4312316"/>
                  <a:ext cx="177140" cy="109853"/>
                </a:xfrm>
                <a:custGeom>
                  <a:avLst/>
                  <a:gdLst/>
                  <a:ahLst/>
                  <a:cxnLst/>
                  <a:rect l="l" t="t" r="r" b="b"/>
                  <a:pathLst>
                    <a:path w="6929" h="4297" extrusionOk="0">
                      <a:moveTo>
                        <a:pt x="1831" y="555"/>
                      </a:moveTo>
                      <a:cubicBezTo>
                        <a:pt x="2384" y="555"/>
                        <a:pt x="3048" y="779"/>
                        <a:pt x="3346" y="951"/>
                      </a:cubicBezTo>
                      <a:cubicBezTo>
                        <a:pt x="3752" y="1222"/>
                        <a:pt x="4124" y="1492"/>
                        <a:pt x="4495" y="1796"/>
                      </a:cubicBezTo>
                      <a:cubicBezTo>
                        <a:pt x="5272" y="2438"/>
                        <a:pt x="5948" y="3148"/>
                        <a:pt x="6658" y="3824"/>
                      </a:cubicBezTo>
                      <a:cubicBezTo>
                        <a:pt x="5881" y="3655"/>
                        <a:pt x="5104" y="3553"/>
                        <a:pt x="4326" y="3418"/>
                      </a:cubicBezTo>
                      <a:cubicBezTo>
                        <a:pt x="3380" y="3249"/>
                        <a:pt x="1488" y="2945"/>
                        <a:pt x="1082" y="1864"/>
                      </a:cubicBezTo>
                      <a:cubicBezTo>
                        <a:pt x="702" y="851"/>
                        <a:pt x="1194" y="555"/>
                        <a:pt x="1831" y="555"/>
                      </a:cubicBezTo>
                      <a:close/>
                      <a:moveTo>
                        <a:pt x="1908" y="1"/>
                      </a:moveTo>
                      <a:cubicBezTo>
                        <a:pt x="1327" y="1"/>
                        <a:pt x="783" y="226"/>
                        <a:pt x="508" y="850"/>
                      </a:cubicBezTo>
                      <a:cubicBezTo>
                        <a:pt x="1" y="1965"/>
                        <a:pt x="981" y="2810"/>
                        <a:pt x="1859" y="3249"/>
                      </a:cubicBezTo>
                      <a:cubicBezTo>
                        <a:pt x="3313" y="3959"/>
                        <a:pt x="5070" y="4027"/>
                        <a:pt x="6658" y="4297"/>
                      </a:cubicBezTo>
                      <a:cubicBezTo>
                        <a:pt x="6827" y="4297"/>
                        <a:pt x="6928" y="4128"/>
                        <a:pt x="6895" y="3993"/>
                      </a:cubicBezTo>
                      <a:cubicBezTo>
                        <a:pt x="6928" y="3993"/>
                        <a:pt x="6928" y="3959"/>
                        <a:pt x="6928" y="3925"/>
                      </a:cubicBezTo>
                      <a:cubicBezTo>
                        <a:pt x="6050" y="2438"/>
                        <a:pt x="4799" y="1222"/>
                        <a:pt x="3313" y="377"/>
                      </a:cubicBezTo>
                      <a:cubicBezTo>
                        <a:pt x="2911" y="161"/>
                        <a:pt x="2396" y="1"/>
                        <a:pt x="19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8"/>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Project Requirements: </a:t>
            </a:r>
            <a:endParaRPr/>
          </a:p>
        </p:txBody>
      </p:sp>
      <p:sp>
        <p:nvSpPr>
          <p:cNvPr id="272" name="Google Shape;272;p18"/>
          <p:cNvSpPr/>
          <p:nvPr/>
        </p:nvSpPr>
        <p:spPr>
          <a:xfrm>
            <a:off x="6183908" y="4043097"/>
            <a:ext cx="2960100" cy="1100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3" name="Google Shape;273;p18"/>
          <p:cNvGrpSpPr/>
          <p:nvPr/>
        </p:nvGrpSpPr>
        <p:grpSpPr>
          <a:xfrm>
            <a:off x="6648569" y="1536495"/>
            <a:ext cx="354900" cy="2809927"/>
            <a:chOff x="6089419" y="1086670"/>
            <a:chExt cx="354900" cy="2809927"/>
          </a:xfrm>
        </p:grpSpPr>
        <p:sp>
          <p:nvSpPr>
            <p:cNvPr id="274" name="Google Shape;274;p18"/>
            <p:cNvSpPr/>
            <p:nvPr/>
          </p:nvSpPr>
          <p:spPr>
            <a:xfrm>
              <a:off x="6114625" y="3388397"/>
              <a:ext cx="304500" cy="5082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8"/>
            <p:cNvSpPr/>
            <p:nvPr/>
          </p:nvSpPr>
          <p:spPr>
            <a:xfrm>
              <a:off x="6089419"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276" name="Google Shape;276;p18"/>
          <p:cNvGrpSpPr/>
          <p:nvPr/>
        </p:nvGrpSpPr>
        <p:grpSpPr>
          <a:xfrm>
            <a:off x="7067563" y="1536495"/>
            <a:ext cx="354900" cy="2810149"/>
            <a:chOff x="6508413" y="1086670"/>
            <a:chExt cx="354900" cy="2810149"/>
          </a:xfrm>
        </p:grpSpPr>
        <p:sp>
          <p:nvSpPr>
            <p:cNvPr id="277" name="Google Shape;277;p18"/>
            <p:cNvSpPr/>
            <p:nvPr/>
          </p:nvSpPr>
          <p:spPr>
            <a:xfrm>
              <a:off x="6533460" y="2880119"/>
              <a:ext cx="304500" cy="10167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8"/>
            <p:cNvSpPr/>
            <p:nvPr/>
          </p:nvSpPr>
          <p:spPr>
            <a:xfrm>
              <a:off x="6508413"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279" name="Google Shape;279;p18"/>
          <p:cNvGrpSpPr/>
          <p:nvPr/>
        </p:nvGrpSpPr>
        <p:grpSpPr>
          <a:xfrm>
            <a:off x="7486557" y="1536495"/>
            <a:ext cx="354900" cy="2809961"/>
            <a:chOff x="6927407" y="1086670"/>
            <a:chExt cx="354900" cy="2809961"/>
          </a:xfrm>
        </p:grpSpPr>
        <p:sp>
          <p:nvSpPr>
            <p:cNvPr id="280" name="Google Shape;280;p18"/>
            <p:cNvSpPr/>
            <p:nvPr/>
          </p:nvSpPr>
          <p:spPr>
            <a:xfrm>
              <a:off x="6952564" y="2371431"/>
              <a:ext cx="304500" cy="15252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8"/>
            <p:cNvSpPr/>
            <p:nvPr/>
          </p:nvSpPr>
          <p:spPr>
            <a:xfrm>
              <a:off x="6927407"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282" name="Google Shape;282;p18"/>
          <p:cNvGrpSpPr/>
          <p:nvPr/>
        </p:nvGrpSpPr>
        <p:grpSpPr>
          <a:xfrm>
            <a:off x="7905551" y="1536495"/>
            <a:ext cx="354900" cy="2809883"/>
            <a:chOff x="7346401" y="1086670"/>
            <a:chExt cx="354900" cy="2809883"/>
          </a:xfrm>
        </p:grpSpPr>
        <p:sp>
          <p:nvSpPr>
            <p:cNvPr id="283" name="Google Shape;283;p18"/>
            <p:cNvSpPr/>
            <p:nvPr/>
          </p:nvSpPr>
          <p:spPr>
            <a:xfrm>
              <a:off x="7371669" y="1863153"/>
              <a:ext cx="304500" cy="20334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8"/>
            <p:cNvSpPr/>
            <p:nvPr/>
          </p:nvSpPr>
          <p:spPr>
            <a:xfrm>
              <a:off x="7346401"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285" name="Google Shape;285;p18"/>
          <p:cNvGrpSpPr/>
          <p:nvPr/>
        </p:nvGrpSpPr>
        <p:grpSpPr>
          <a:xfrm>
            <a:off x="8324544" y="1536495"/>
            <a:ext cx="354900" cy="2810105"/>
            <a:chOff x="7765394" y="1086670"/>
            <a:chExt cx="354900" cy="2810105"/>
          </a:xfrm>
        </p:grpSpPr>
        <p:sp>
          <p:nvSpPr>
            <p:cNvPr id="286" name="Google Shape;286;p18"/>
            <p:cNvSpPr/>
            <p:nvPr/>
          </p:nvSpPr>
          <p:spPr>
            <a:xfrm>
              <a:off x="7790600" y="1354875"/>
              <a:ext cx="304500" cy="25419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8"/>
            <p:cNvSpPr/>
            <p:nvPr/>
          </p:nvSpPr>
          <p:spPr>
            <a:xfrm>
              <a:off x="7765394"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288" name="Google Shape;288;p18"/>
          <p:cNvGrpSpPr/>
          <p:nvPr/>
        </p:nvGrpSpPr>
        <p:grpSpPr>
          <a:xfrm>
            <a:off x="6265709" y="4300068"/>
            <a:ext cx="2796595" cy="753510"/>
            <a:chOff x="1243600" y="3591566"/>
            <a:chExt cx="3225600" cy="869100"/>
          </a:xfrm>
        </p:grpSpPr>
        <p:sp>
          <p:nvSpPr>
            <p:cNvPr id="289" name="Google Shape;289;p18"/>
            <p:cNvSpPr/>
            <p:nvPr/>
          </p:nvSpPr>
          <p:spPr>
            <a:xfrm>
              <a:off x="1243600" y="3591566"/>
              <a:ext cx="3225600" cy="869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8"/>
            <p:cNvSpPr/>
            <p:nvPr/>
          </p:nvSpPr>
          <p:spPr>
            <a:xfrm>
              <a:off x="2830900" y="3671816"/>
              <a:ext cx="51000" cy="708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 name="Google Shape;291;p18"/>
            <p:cNvGrpSpPr/>
            <p:nvPr/>
          </p:nvGrpSpPr>
          <p:grpSpPr>
            <a:xfrm>
              <a:off x="1316209" y="3748133"/>
              <a:ext cx="1409163" cy="556191"/>
              <a:chOff x="1327725" y="3671825"/>
              <a:chExt cx="1365600" cy="556191"/>
            </a:xfrm>
          </p:grpSpPr>
          <p:sp>
            <p:nvSpPr>
              <p:cNvPr id="292" name="Google Shape;292;p18"/>
              <p:cNvSpPr/>
              <p:nvPr/>
            </p:nvSpPr>
            <p:spPr>
              <a:xfrm rot="5400000">
                <a:off x="1985025" y="3014525"/>
                <a:ext cx="51000" cy="136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8"/>
              <p:cNvSpPr/>
              <p:nvPr/>
            </p:nvSpPr>
            <p:spPr>
              <a:xfrm rot="5400000">
                <a:off x="1985025" y="3182922"/>
                <a:ext cx="51000" cy="136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8"/>
              <p:cNvSpPr/>
              <p:nvPr/>
            </p:nvSpPr>
            <p:spPr>
              <a:xfrm rot="5400000">
                <a:off x="1985025" y="3351319"/>
                <a:ext cx="51000" cy="136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8"/>
              <p:cNvSpPr/>
              <p:nvPr/>
            </p:nvSpPr>
            <p:spPr>
              <a:xfrm rot="5400000">
                <a:off x="1985025" y="3519716"/>
                <a:ext cx="51000" cy="136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6" name="Google Shape;296;p18"/>
            <p:cNvSpPr/>
            <p:nvPr/>
          </p:nvSpPr>
          <p:spPr>
            <a:xfrm>
              <a:off x="2987552" y="3671825"/>
              <a:ext cx="1409100" cy="708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8"/>
            <p:cNvSpPr/>
            <p:nvPr/>
          </p:nvSpPr>
          <p:spPr>
            <a:xfrm>
              <a:off x="3063002" y="3748125"/>
              <a:ext cx="1258200" cy="556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 name="Google Shape;298;p18"/>
          <p:cNvSpPr txBox="1"/>
          <p:nvPr/>
        </p:nvSpPr>
        <p:spPr>
          <a:xfrm>
            <a:off x="149700" y="991013"/>
            <a:ext cx="6332400" cy="37527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 sz="1900" b="1">
                <a:solidFill>
                  <a:schemeClr val="dk1"/>
                </a:solidFill>
                <a:latin typeface="Fira Sans Extra Condensed"/>
                <a:ea typeface="Fira Sans Extra Condensed"/>
                <a:cs typeface="Fira Sans Extra Condensed"/>
                <a:sym typeface="Fira Sans Extra Condensed"/>
              </a:rPr>
              <a:t>Software Requirements:</a:t>
            </a:r>
            <a:endParaRPr sz="1900" b="1">
              <a:solidFill>
                <a:schemeClr val="dk1"/>
              </a:solidFill>
              <a:latin typeface="Fira Sans Extra Condensed"/>
              <a:ea typeface="Fira Sans Extra Condensed"/>
              <a:cs typeface="Fira Sans Extra Condensed"/>
              <a:sym typeface="Fira Sans Extra Condensed"/>
            </a:endParaRPr>
          </a:p>
          <a:p>
            <a:pPr marL="457200" lvl="0" indent="-349250" algn="l" rtl="0">
              <a:lnSpc>
                <a:spcPct val="120000"/>
              </a:lnSpc>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Operating System</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lnSpc>
                <a:spcPct val="120000"/>
              </a:lnSpc>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Programming Language	</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lnSpc>
                <a:spcPct val="120000"/>
              </a:lnSpc>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Development Framework </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lnSpc>
                <a:spcPct val="120000"/>
              </a:lnSpc>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Database</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lnSpc>
                <a:spcPct val="120000"/>
              </a:lnSpc>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Machine Learning Libraries</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Notification Service </a:t>
            </a:r>
            <a:endParaRPr sz="1900">
              <a:solidFill>
                <a:schemeClr val="dk1"/>
              </a:solidFill>
              <a:latin typeface="Fira Sans Extra Condensed"/>
              <a:ea typeface="Fira Sans Extra Condensed"/>
              <a:cs typeface="Fira Sans Extra Condensed"/>
              <a:sym typeface="Fira Sans Extra Condensed"/>
            </a:endParaRPr>
          </a:p>
          <a:p>
            <a:pPr marL="0" lvl="0" indent="0" algn="l" rtl="0">
              <a:spcBef>
                <a:spcPts val="0"/>
              </a:spcBef>
              <a:spcAft>
                <a:spcPts val="0"/>
              </a:spcAft>
              <a:buNone/>
            </a:pPr>
            <a:r>
              <a:rPr lang="en" sz="1900" b="1">
                <a:solidFill>
                  <a:schemeClr val="dk1"/>
                </a:solidFill>
                <a:latin typeface="Fira Sans Extra Condensed"/>
                <a:ea typeface="Fira Sans Extra Condensed"/>
                <a:cs typeface="Fira Sans Extra Condensed"/>
                <a:sym typeface="Fira Sans Extra Condensed"/>
              </a:rPr>
              <a:t>Hardware Requirements:</a:t>
            </a:r>
            <a:endParaRPr sz="1900" b="1">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Processor</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Memory</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Storage</a:t>
            </a:r>
            <a:endParaRPr sz="1900">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Project Requirements: </a:t>
            </a:r>
            <a:endParaRPr/>
          </a:p>
        </p:txBody>
      </p:sp>
      <p:sp>
        <p:nvSpPr>
          <p:cNvPr id="304" name="Google Shape;304;p19"/>
          <p:cNvSpPr/>
          <p:nvPr/>
        </p:nvSpPr>
        <p:spPr>
          <a:xfrm>
            <a:off x="6183908" y="4043097"/>
            <a:ext cx="2960100" cy="1100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19"/>
          <p:cNvGrpSpPr/>
          <p:nvPr/>
        </p:nvGrpSpPr>
        <p:grpSpPr>
          <a:xfrm>
            <a:off x="6648569" y="1536495"/>
            <a:ext cx="354900" cy="2809927"/>
            <a:chOff x="6089419" y="1086670"/>
            <a:chExt cx="354900" cy="2809927"/>
          </a:xfrm>
        </p:grpSpPr>
        <p:sp>
          <p:nvSpPr>
            <p:cNvPr id="306" name="Google Shape;306;p19"/>
            <p:cNvSpPr/>
            <p:nvPr/>
          </p:nvSpPr>
          <p:spPr>
            <a:xfrm>
              <a:off x="6114625" y="3388397"/>
              <a:ext cx="304500" cy="5082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6089419"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08" name="Google Shape;308;p19"/>
          <p:cNvGrpSpPr/>
          <p:nvPr/>
        </p:nvGrpSpPr>
        <p:grpSpPr>
          <a:xfrm>
            <a:off x="7067563" y="1536495"/>
            <a:ext cx="354900" cy="2810149"/>
            <a:chOff x="6508413" y="1086670"/>
            <a:chExt cx="354900" cy="2810149"/>
          </a:xfrm>
        </p:grpSpPr>
        <p:sp>
          <p:nvSpPr>
            <p:cNvPr id="309" name="Google Shape;309;p19"/>
            <p:cNvSpPr/>
            <p:nvPr/>
          </p:nvSpPr>
          <p:spPr>
            <a:xfrm>
              <a:off x="6533460" y="2880119"/>
              <a:ext cx="304500" cy="10167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6508413"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11" name="Google Shape;311;p19"/>
          <p:cNvGrpSpPr/>
          <p:nvPr/>
        </p:nvGrpSpPr>
        <p:grpSpPr>
          <a:xfrm>
            <a:off x="7486557" y="1536495"/>
            <a:ext cx="354900" cy="2809961"/>
            <a:chOff x="6927407" y="1086670"/>
            <a:chExt cx="354900" cy="2809961"/>
          </a:xfrm>
        </p:grpSpPr>
        <p:sp>
          <p:nvSpPr>
            <p:cNvPr id="312" name="Google Shape;312;p19"/>
            <p:cNvSpPr/>
            <p:nvPr/>
          </p:nvSpPr>
          <p:spPr>
            <a:xfrm>
              <a:off x="6952564" y="2371431"/>
              <a:ext cx="304500" cy="15252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6927407"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14" name="Google Shape;314;p19"/>
          <p:cNvGrpSpPr/>
          <p:nvPr/>
        </p:nvGrpSpPr>
        <p:grpSpPr>
          <a:xfrm>
            <a:off x="7905551" y="1536495"/>
            <a:ext cx="354900" cy="2809883"/>
            <a:chOff x="7346401" y="1086670"/>
            <a:chExt cx="354900" cy="2809883"/>
          </a:xfrm>
        </p:grpSpPr>
        <p:sp>
          <p:nvSpPr>
            <p:cNvPr id="315" name="Google Shape;315;p19"/>
            <p:cNvSpPr/>
            <p:nvPr/>
          </p:nvSpPr>
          <p:spPr>
            <a:xfrm>
              <a:off x="7371669" y="1863153"/>
              <a:ext cx="304500" cy="20334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346401"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17" name="Google Shape;317;p19"/>
          <p:cNvGrpSpPr/>
          <p:nvPr/>
        </p:nvGrpSpPr>
        <p:grpSpPr>
          <a:xfrm>
            <a:off x="8324544" y="1536495"/>
            <a:ext cx="354900" cy="2810105"/>
            <a:chOff x="7765394" y="1086670"/>
            <a:chExt cx="354900" cy="2810105"/>
          </a:xfrm>
        </p:grpSpPr>
        <p:sp>
          <p:nvSpPr>
            <p:cNvPr id="318" name="Google Shape;318;p19"/>
            <p:cNvSpPr/>
            <p:nvPr/>
          </p:nvSpPr>
          <p:spPr>
            <a:xfrm>
              <a:off x="7790600" y="1354875"/>
              <a:ext cx="304500" cy="25419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765394" y="1086670"/>
              <a:ext cx="354900" cy="268200"/>
            </a:xfrm>
            <a:prstGeom prst="rect">
              <a:avLst/>
            </a:prstGeom>
            <a:noFill/>
            <a:ln>
              <a:noFill/>
            </a:ln>
          </p:spPr>
          <p:txBody>
            <a:bodyPr spcFirstLastPara="1" wrap="square" lIns="0" tIns="91425" rIns="0" bIns="100575" anchor="ctr" anchorCtr="0">
              <a:noAutofit/>
            </a:bodyPr>
            <a:lstStyle/>
            <a:p>
              <a:pPr marL="0" lvl="0" indent="0" algn="ctr" rtl="0">
                <a:spcBef>
                  <a:spcPts val="0"/>
                </a:spcBef>
                <a:spcAft>
                  <a:spcPts val="0"/>
                </a:spcAft>
                <a:buNone/>
              </a:pPr>
              <a:endParaRPr sz="1200">
                <a:solidFill>
                  <a:schemeClr val="dk1"/>
                </a:solidFill>
                <a:latin typeface="Fira Sans Extra Condensed SemiBold"/>
                <a:ea typeface="Fira Sans Extra Condensed SemiBold"/>
                <a:cs typeface="Fira Sans Extra Condensed SemiBold"/>
                <a:sym typeface="Fira Sans Extra Condensed SemiBold"/>
              </a:endParaRPr>
            </a:p>
          </p:txBody>
        </p:sp>
      </p:grpSp>
      <p:grpSp>
        <p:nvGrpSpPr>
          <p:cNvPr id="320" name="Google Shape;320;p19"/>
          <p:cNvGrpSpPr/>
          <p:nvPr/>
        </p:nvGrpSpPr>
        <p:grpSpPr>
          <a:xfrm>
            <a:off x="6265709" y="4300068"/>
            <a:ext cx="2796595" cy="753510"/>
            <a:chOff x="1243600" y="3591566"/>
            <a:chExt cx="3225600" cy="869100"/>
          </a:xfrm>
        </p:grpSpPr>
        <p:sp>
          <p:nvSpPr>
            <p:cNvPr id="321" name="Google Shape;321;p19"/>
            <p:cNvSpPr/>
            <p:nvPr/>
          </p:nvSpPr>
          <p:spPr>
            <a:xfrm>
              <a:off x="1243600" y="3591566"/>
              <a:ext cx="3225600" cy="869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2830900" y="3671816"/>
              <a:ext cx="51000" cy="708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3" name="Google Shape;323;p19"/>
            <p:cNvGrpSpPr/>
            <p:nvPr/>
          </p:nvGrpSpPr>
          <p:grpSpPr>
            <a:xfrm>
              <a:off x="1316209" y="3748133"/>
              <a:ext cx="1409163" cy="556191"/>
              <a:chOff x="1327725" y="3671825"/>
              <a:chExt cx="1365600" cy="556191"/>
            </a:xfrm>
          </p:grpSpPr>
          <p:sp>
            <p:nvSpPr>
              <p:cNvPr id="324" name="Google Shape;324;p19"/>
              <p:cNvSpPr/>
              <p:nvPr/>
            </p:nvSpPr>
            <p:spPr>
              <a:xfrm rot="5400000">
                <a:off x="1985025" y="3014525"/>
                <a:ext cx="51000" cy="136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rot="5400000">
                <a:off x="1985025" y="3182922"/>
                <a:ext cx="51000" cy="136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rot="5400000">
                <a:off x="1985025" y="3351319"/>
                <a:ext cx="51000" cy="136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rot="5400000">
                <a:off x="1985025" y="3519716"/>
                <a:ext cx="51000" cy="136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8" name="Google Shape;328;p19"/>
            <p:cNvSpPr/>
            <p:nvPr/>
          </p:nvSpPr>
          <p:spPr>
            <a:xfrm>
              <a:off x="2987552" y="3671825"/>
              <a:ext cx="1409100" cy="708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3063002" y="3748125"/>
              <a:ext cx="1258200" cy="556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0" name="Google Shape;330;p19"/>
          <p:cNvSpPr txBox="1"/>
          <p:nvPr/>
        </p:nvSpPr>
        <p:spPr>
          <a:xfrm>
            <a:off x="149700" y="991013"/>
            <a:ext cx="6332400" cy="369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chemeClr val="dk1"/>
                </a:solidFill>
                <a:latin typeface="Fira Sans Extra Condensed"/>
                <a:ea typeface="Fira Sans Extra Condensed"/>
                <a:cs typeface="Fira Sans Extra Condensed"/>
                <a:sym typeface="Fira Sans Extra Condensed"/>
              </a:rPr>
              <a:t>Functional Requirements:</a:t>
            </a:r>
            <a:endParaRPr sz="1900" b="1">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User Registration</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Expense Tracking: </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Expense Categorization</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Budget Management</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Notifications</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Goal Setting</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Investment Tracking</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Multi-Currency Support</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Reporting and Analytics</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Security</a:t>
            </a:r>
            <a:endParaRPr sz="1900">
              <a:solidFill>
                <a:schemeClr val="dk1"/>
              </a:solidFill>
              <a:latin typeface="Fira Sans Extra Condensed"/>
              <a:ea typeface="Fira Sans Extra Condensed"/>
              <a:cs typeface="Fira Sans Extra Condensed"/>
              <a:sym typeface="Fira Sans Extra Condensed"/>
            </a:endParaRPr>
          </a:p>
          <a:p>
            <a:pPr marL="457200" lvl="0" indent="-349250" algn="l" rtl="0">
              <a:spcBef>
                <a:spcPts val="0"/>
              </a:spcBef>
              <a:spcAft>
                <a:spcPts val="0"/>
              </a:spcAft>
              <a:buClr>
                <a:schemeClr val="dk1"/>
              </a:buClr>
              <a:buSzPts val="1900"/>
              <a:buFont typeface="Fira Sans Extra Condensed"/>
              <a:buChar char="●"/>
            </a:pPr>
            <a:r>
              <a:rPr lang="en" sz="1900">
                <a:solidFill>
                  <a:schemeClr val="dk1"/>
                </a:solidFill>
                <a:latin typeface="Fira Sans Extra Condensed"/>
                <a:ea typeface="Fira Sans Extra Condensed"/>
                <a:cs typeface="Fira Sans Extra Condensed"/>
                <a:sym typeface="Fira Sans Extra Condensed"/>
              </a:rPr>
              <a:t>User Interface</a:t>
            </a:r>
            <a:endParaRPr sz="1900" b="1">
              <a:solidFill>
                <a:schemeClr val="dk1"/>
              </a:solidFill>
              <a:latin typeface="Fira Sans Extra Condensed"/>
              <a:ea typeface="Fira Sans Extra Condensed"/>
              <a:cs typeface="Fira Sans Extra Condensed"/>
              <a:sym typeface="Fira Sans Extra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0"/>
          <p:cNvSpPr txBox="1">
            <a:spLocks noGrp="1"/>
          </p:cNvSpPr>
          <p:nvPr>
            <p:ph type="title"/>
          </p:nvPr>
        </p:nvSpPr>
        <p:spPr>
          <a:xfrm>
            <a:off x="411600" y="1955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Scope Statement:</a:t>
            </a:r>
            <a:endParaRPr/>
          </a:p>
        </p:txBody>
      </p:sp>
      <p:pic>
        <p:nvPicPr>
          <p:cNvPr id="336" name="Google Shape;336;p20"/>
          <p:cNvPicPr preferRelativeResize="0"/>
          <p:nvPr/>
        </p:nvPicPr>
        <p:blipFill>
          <a:blip r:embed="rId3">
            <a:alphaModFix/>
          </a:blip>
          <a:stretch>
            <a:fillRect/>
          </a:stretch>
        </p:blipFill>
        <p:spPr>
          <a:xfrm>
            <a:off x="1922675" y="768200"/>
            <a:ext cx="4994593" cy="4375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1"/>
          <p:cNvSpPr txBox="1">
            <a:spLocks noGrp="1"/>
          </p:cNvSpPr>
          <p:nvPr>
            <p:ph type="title"/>
          </p:nvPr>
        </p:nvSpPr>
        <p:spPr>
          <a:xfrm>
            <a:off x="411600" y="1955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Work Breakdown Structure</a:t>
            </a:r>
            <a:endParaRPr/>
          </a:p>
        </p:txBody>
      </p:sp>
      <p:pic>
        <p:nvPicPr>
          <p:cNvPr id="342" name="Google Shape;342;p21"/>
          <p:cNvPicPr preferRelativeResize="0"/>
          <p:nvPr/>
        </p:nvPicPr>
        <p:blipFill>
          <a:blip r:embed="rId3">
            <a:alphaModFix/>
          </a:blip>
          <a:stretch>
            <a:fillRect/>
          </a:stretch>
        </p:blipFill>
        <p:spPr>
          <a:xfrm>
            <a:off x="1079400" y="929350"/>
            <a:ext cx="7292374" cy="4070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2"/>
          <p:cNvSpPr txBox="1">
            <a:spLocks noGrp="1"/>
          </p:cNvSpPr>
          <p:nvPr>
            <p:ph type="title"/>
          </p:nvPr>
        </p:nvSpPr>
        <p:spPr>
          <a:xfrm>
            <a:off x="411600" y="1955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WBS Dictionary</a:t>
            </a:r>
            <a:endParaRPr/>
          </a:p>
        </p:txBody>
      </p:sp>
      <p:pic>
        <p:nvPicPr>
          <p:cNvPr id="348" name="Google Shape;348;p22"/>
          <p:cNvPicPr preferRelativeResize="0"/>
          <p:nvPr/>
        </p:nvPicPr>
        <p:blipFill>
          <a:blip r:embed="rId3">
            <a:alphaModFix/>
          </a:blip>
          <a:stretch>
            <a:fillRect/>
          </a:stretch>
        </p:blipFill>
        <p:spPr>
          <a:xfrm>
            <a:off x="1462875" y="907775"/>
            <a:ext cx="6005024" cy="3930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3"/>
          <p:cNvSpPr txBox="1">
            <a:spLocks noGrp="1"/>
          </p:cNvSpPr>
          <p:nvPr>
            <p:ph type="title"/>
          </p:nvPr>
        </p:nvSpPr>
        <p:spPr>
          <a:xfrm>
            <a:off x="411600" y="1955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WBS Dictionary</a:t>
            </a:r>
            <a:endParaRPr/>
          </a:p>
        </p:txBody>
      </p:sp>
      <p:pic>
        <p:nvPicPr>
          <p:cNvPr id="354" name="Google Shape;354;p23"/>
          <p:cNvPicPr preferRelativeResize="0"/>
          <p:nvPr/>
        </p:nvPicPr>
        <p:blipFill>
          <a:blip r:embed="rId3">
            <a:alphaModFix/>
          </a:blip>
          <a:stretch>
            <a:fillRect/>
          </a:stretch>
        </p:blipFill>
        <p:spPr>
          <a:xfrm>
            <a:off x="1834275" y="1011675"/>
            <a:ext cx="5275850" cy="39805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24"/>
          <p:cNvSpPr txBox="1">
            <a:spLocks noGrp="1"/>
          </p:cNvSpPr>
          <p:nvPr>
            <p:ph type="title"/>
          </p:nvPr>
        </p:nvSpPr>
        <p:spPr>
          <a:xfrm>
            <a:off x="411600" y="1955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WBS Dictionary</a:t>
            </a:r>
            <a:endParaRPr/>
          </a:p>
        </p:txBody>
      </p:sp>
      <p:pic>
        <p:nvPicPr>
          <p:cNvPr id="360" name="Google Shape;360;p24"/>
          <p:cNvPicPr preferRelativeResize="0"/>
          <p:nvPr/>
        </p:nvPicPr>
        <p:blipFill>
          <a:blip r:embed="rId3">
            <a:alphaModFix/>
          </a:blip>
          <a:stretch>
            <a:fillRect/>
          </a:stretch>
        </p:blipFill>
        <p:spPr>
          <a:xfrm>
            <a:off x="1097300" y="1251525"/>
            <a:ext cx="6949399" cy="1388860"/>
          </a:xfrm>
          <a:prstGeom prst="rect">
            <a:avLst/>
          </a:prstGeom>
          <a:noFill/>
          <a:ln>
            <a:noFill/>
          </a:ln>
        </p:spPr>
      </p:pic>
      <p:pic>
        <p:nvPicPr>
          <p:cNvPr id="361" name="Google Shape;361;p24"/>
          <p:cNvPicPr preferRelativeResize="0"/>
          <p:nvPr/>
        </p:nvPicPr>
        <p:blipFill>
          <a:blip r:embed="rId4">
            <a:alphaModFix/>
          </a:blip>
          <a:stretch>
            <a:fillRect/>
          </a:stretch>
        </p:blipFill>
        <p:spPr>
          <a:xfrm>
            <a:off x="1055400" y="2577950"/>
            <a:ext cx="6949399" cy="1894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5"/>
          <p:cNvSpPr txBox="1">
            <a:spLocks noGrp="1"/>
          </p:cNvSpPr>
          <p:nvPr>
            <p:ph type="title"/>
          </p:nvPr>
        </p:nvSpPr>
        <p:spPr>
          <a:xfrm>
            <a:off x="411600" y="1955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WBS Dictionary</a:t>
            </a:r>
            <a:endParaRPr/>
          </a:p>
        </p:txBody>
      </p:sp>
      <p:pic>
        <p:nvPicPr>
          <p:cNvPr id="367" name="Google Shape;367;p25"/>
          <p:cNvPicPr preferRelativeResize="0"/>
          <p:nvPr/>
        </p:nvPicPr>
        <p:blipFill>
          <a:blip r:embed="rId3">
            <a:alphaModFix/>
          </a:blip>
          <a:stretch>
            <a:fillRect/>
          </a:stretch>
        </p:blipFill>
        <p:spPr>
          <a:xfrm>
            <a:off x="2363825" y="850400"/>
            <a:ext cx="4300512" cy="4070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6"/>
          <p:cNvSpPr txBox="1">
            <a:spLocks noGrp="1"/>
          </p:cNvSpPr>
          <p:nvPr>
            <p:ph type="title"/>
          </p:nvPr>
        </p:nvSpPr>
        <p:spPr>
          <a:xfrm>
            <a:off x="411600" y="1955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WBS Dictionary</a:t>
            </a:r>
            <a:endParaRPr/>
          </a:p>
        </p:txBody>
      </p:sp>
      <p:pic>
        <p:nvPicPr>
          <p:cNvPr id="373" name="Google Shape;373;p26"/>
          <p:cNvPicPr preferRelativeResize="0"/>
          <p:nvPr/>
        </p:nvPicPr>
        <p:blipFill rotWithShape="1">
          <a:blip r:embed="rId3">
            <a:alphaModFix/>
          </a:blip>
          <a:srcRect t="3901"/>
          <a:stretch/>
        </p:blipFill>
        <p:spPr>
          <a:xfrm>
            <a:off x="1398500" y="1096925"/>
            <a:ext cx="6905500" cy="3911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7"/>
          <p:cNvSpPr txBox="1">
            <a:spLocks noGrp="1"/>
          </p:cNvSpPr>
          <p:nvPr>
            <p:ph type="title"/>
          </p:nvPr>
        </p:nvSpPr>
        <p:spPr>
          <a:xfrm>
            <a:off x="411600" y="1955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WBS Dictionary</a:t>
            </a:r>
            <a:endParaRPr/>
          </a:p>
        </p:txBody>
      </p:sp>
      <p:pic>
        <p:nvPicPr>
          <p:cNvPr id="379" name="Google Shape;379;p27"/>
          <p:cNvPicPr preferRelativeResize="0"/>
          <p:nvPr/>
        </p:nvPicPr>
        <p:blipFill>
          <a:blip r:embed="rId3">
            <a:alphaModFix/>
          </a:blip>
          <a:stretch>
            <a:fillRect/>
          </a:stretch>
        </p:blipFill>
        <p:spPr>
          <a:xfrm>
            <a:off x="2486650" y="824075"/>
            <a:ext cx="4928575" cy="40705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28"/>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RACI Chart</a:t>
            </a:r>
            <a:endParaRPr/>
          </a:p>
        </p:txBody>
      </p:sp>
      <p:grpSp>
        <p:nvGrpSpPr>
          <p:cNvPr id="386" name="Google Shape;386;p28"/>
          <p:cNvGrpSpPr/>
          <p:nvPr/>
        </p:nvGrpSpPr>
        <p:grpSpPr>
          <a:xfrm>
            <a:off x="155556" y="2467093"/>
            <a:ext cx="1307738" cy="2526022"/>
            <a:chOff x="3513116" y="1723922"/>
            <a:chExt cx="1939976" cy="3085783"/>
          </a:xfrm>
        </p:grpSpPr>
        <p:grpSp>
          <p:nvGrpSpPr>
            <p:cNvPr id="387" name="Google Shape;387;p28"/>
            <p:cNvGrpSpPr/>
            <p:nvPr/>
          </p:nvGrpSpPr>
          <p:grpSpPr>
            <a:xfrm>
              <a:off x="3513116" y="1723922"/>
              <a:ext cx="1444901" cy="2961338"/>
              <a:chOff x="4540250" y="506875"/>
              <a:chExt cx="2086500" cy="4276300"/>
            </a:xfrm>
          </p:grpSpPr>
          <p:sp>
            <p:nvSpPr>
              <p:cNvPr id="388" name="Google Shape;388;p28"/>
              <p:cNvSpPr/>
              <p:nvPr/>
            </p:nvSpPr>
            <p:spPr>
              <a:xfrm>
                <a:off x="4540250" y="506875"/>
                <a:ext cx="2086500" cy="4276300"/>
              </a:xfrm>
              <a:custGeom>
                <a:avLst/>
                <a:gdLst/>
                <a:ahLst/>
                <a:cxnLst/>
                <a:rect l="l" t="t" r="r" b="b"/>
                <a:pathLst>
                  <a:path w="83460" h="171052" extrusionOk="0">
                    <a:moveTo>
                      <a:pt x="12711" y="0"/>
                    </a:moveTo>
                    <a:cubicBezTo>
                      <a:pt x="5705" y="0"/>
                      <a:pt x="39" y="5666"/>
                      <a:pt x="39" y="12672"/>
                    </a:cubicBezTo>
                    <a:lnTo>
                      <a:pt x="1" y="158379"/>
                    </a:lnTo>
                    <a:cubicBezTo>
                      <a:pt x="1" y="165347"/>
                      <a:pt x="5667" y="171013"/>
                      <a:pt x="12672" y="171013"/>
                    </a:cubicBezTo>
                    <a:lnTo>
                      <a:pt x="70787" y="171051"/>
                    </a:lnTo>
                    <a:cubicBezTo>
                      <a:pt x="70811" y="171051"/>
                      <a:pt x="70834" y="171051"/>
                      <a:pt x="70857" y="171051"/>
                    </a:cubicBezTo>
                    <a:cubicBezTo>
                      <a:pt x="77831" y="171051"/>
                      <a:pt x="83459" y="165362"/>
                      <a:pt x="83459" y="158418"/>
                    </a:cubicBezTo>
                    <a:lnTo>
                      <a:pt x="83459" y="12710"/>
                    </a:lnTo>
                    <a:cubicBezTo>
                      <a:pt x="83459" y="5704"/>
                      <a:pt x="77793" y="38"/>
                      <a:pt x="70825" y="38"/>
                    </a:cubicBezTo>
                    <a:lnTo>
                      <a:pt x="1271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8"/>
              <p:cNvSpPr/>
              <p:nvPr/>
            </p:nvSpPr>
            <p:spPr>
              <a:xfrm>
                <a:off x="4636450" y="636075"/>
                <a:ext cx="1894100" cy="3998750"/>
              </a:xfrm>
              <a:custGeom>
                <a:avLst/>
                <a:gdLst/>
                <a:ahLst/>
                <a:cxnLst/>
                <a:rect l="l" t="t" r="r" b="b"/>
                <a:pathLst>
                  <a:path w="75764" h="159950" extrusionOk="0">
                    <a:moveTo>
                      <a:pt x="8882" y="0"/>
                    </a:moveTo>
                    <a:cubicBezTo>
                      <a:pt x="3982" y="0"/>
                      <a:pt x="0" y="3943"/>
                      <a:pt x="0" y="8844"/>
                    </a:cubicBezTo>
                    <a:lnTo>
                      <a:pt x="0" y="151067"/>
                    </a:lnTo>
                    <a:cubicBezTo>
                      <a:pt x="0" y="155968"/>
                      <a:pt x="3943" y="159911"/>
                      <a:pt x="8844" y="159949"/>
                    </a:cubicBezTo>
                    <a:lnTo>
                      <a:pt x="66844" y="159949"/>
                    </a:lnTo>
                    <a:cubicBezTo>
                      <a:pt x="71744" y="159949"/>
                      <a:pt x="75725" y="156006"/>
                      <a:pt x="75725" y="151106"/>
                    </a:cubicBezTo>
                    <a:lnTo>
                      <a:pt x="75764" y="8882"/>
                    </a:lnTo>
                    <a:cubicBezTo>
                      <a:pt x="75764" y="4005"/>
                      <a:pt x="71820" y="38"/>
                      <a:pt x="66952" y="38"/>
                    </a:cubicBezTo>
                    <a:cubicBezTo>
                      <a:pt x="66929" y="38"/>
                      <a:pt x="66905" y="38"/>
                      <a:pt x="66882" y="39"/>
                    </a:cubicBezTo>
                    <a:lnTo>
                      <a:pt x="55626" y="39"/>
                    </a:lnTo>
                    <a:cubicBezTo>
                      <a:pt x="54057" y="39"/>
                      <a:pt x="52832" y="1340"/>
                      <a:pt x="52870" y="2910"/>
                    </a:cubicBezTo>
                    <a:lnTo>
                      <a:pt x="52870" y="4939"/>
                    </a:lnTo>
                    <a:cubicBezTo>
                      <a:pt x="52908" y="6470"/>
                      <a:pt x="51683" y="7772"/>
                      <a:pt x="50152" y="7810"/>
                    </a:cubicBezTo>
                    <a:lnTo>
                      <a:pt x="28177" y="7810"/>
                    </a:lnTo>
                    <a:cubicBezTo>
                      <a:pt x="26646" y="7772"/>
                      <a:pt x="25421" y="6470"/>
                      <a:pt x="25459" y="4939"/>
                    </a:cubicBezTo>
                    <a:lnTo>
                      <a:pt x="25459" y="2872"/>
                    </a:lnTo>
                    <a:cubicBezTo>
                      <a:pt x="25497" y="1302"/>
                      <a:pt x="24272" y="39"/>
                      <a:pt x="22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 name="Google Shape;390;p28"/>
              <p:cNvGrpSpPr/>
              <p:nvPr/>
            </p:nvGrpSpPr>
            <p:grpSpPr>
              <a:xfrm>
                <a:off x="5107800" y="1699400"/>
                <a:ext cx="985850" cy="977475"/>
                <a:chOff x="5107800" y="1699400"/>
                <a:chExt cx="985850" cy="977475"/>
              </a:xfrm>
            </p:grpSpPr>
            <p:grpSp>
              <p:nvGrpSpPr>
                <p:cNvPr id="391" name="Google Shape;391;p28"/>
                <p:cNvGrpSpPr/>
                <p:nvPr/>
              </p:nvGrpSpPr>
              <p:grpSpPr>
                <a:xfrm>
                  <a:off x="5203525" y="1808250"/>
                  <a:ext cx="781950" cy="747725"/>
                  <a:chOff x="5203525" y="1808250"/>
                  <a:chExt cx="781950" cy="747725"/>
                </a:xfrm>
              </p:grpSpPr>
              <p:sp>
                <p:nvSpPr>
                  <p:cNvPr id="392" name="Google Shape;392;p28"/>
                  <p:cNvSpPr/>
                  <p:nvPr/>
                </p:nvSpPr>
                <p:spPr>
                  <a:xfrm>
                    <a:off x="5203525" y="1808250"/>
                    <a:ext cx="781950" cy="747725"/>
                  </a:xfrm>
                  <a:custGeom>
                    <a:avLst/>
                    <a:gdLst/>
                    <a:ahLst/>
                    <a:cxnLst/>
                    <a:rect l="l" t="t" r="r" b="b"/>
                    <a:pathLst>
                      <a:path w="31278" h="29909" extrusionOk="0">
                        <a:moveTo>
                          <a:pt x="16183" y="0"/>
                        </a:moveTo>
                        <a:cubicBezTo>
                          <a:pt x="15996" y="0"/>
                          <a:pt x="15808" y="4"/>
                          <a:pt x="15620" y="11"/>
                        </a:cubicBezTo>
                        <a:cubicBezTo>
                          <a:pt x="9571" y="202"/>
                          <a:pt x="4250" y="4030"/>
                          <a:pt x="2144" y="9696"/>
                        </a:cubicBezTo>
                        <a:cubicBezTo>
                          <a:pt x="0" y="15362"/>
                          <a:pt x="1532" y="21756"/>
                          <a:pt x="5934" y="25890"/>
                        </a:cubicBezTo>
                        <a:cubicBezTo>
                          <a:pt x="8772" y="28532"/>
                          <a:pt x="12438" y="29908"/>
                          <a:pt x="16153" y="29908"/>
                        </a:cubicBezTo>
                        <a:cubicBezTo>
                          <a:pt x="18252" y="29908"/>
                          <a:pt x="20367" y="29469"/>
                          <a:pt x="22358" y="28570"/>
                        </a:cubicBezTo>
                        <a:cubicBezTo>
                          <a:pt x="27832" y="26044"/>
                          <a:pt x="31278" y="20492"/>
                          <a:pt x="31087" y="14444"/>
                        </a:cubicBezTo>
                        <a:cubicBezTo>
                          <a:pt x="30825" y="6363"/>
                          <a:pt x="24202" y="0"/>
                          <a:pt x="1618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8"/>
                  <p:cNvSpPr/>
                  <p:nvPr/>
                </p:nvSpPr>
                <p:spPr>
                  <a:xfrm>
                    <a:off x="5238925" y="1906950"/>
                    <a:ext cx="660625" cy="561500"/>
                  </a:xfrm>
                  <a:custGeom>
                    <a:avLst/>
                    <a:gdLst/>
                    <a:ahLst/>
                    <a:cxnLst/>
                    <a:rect l="l" t="t" r="r" b="b"/>
                    <a:pathLst>
                      <a:path w="26425" h="22460" extrusionOk="0">
                        <a:moveTo>
                          <a:pt x="14941" y="0"/>
                        </a:moveTo>
                        <a:cubicBezTo>
                          <a:pt x="14823" y="0"/>
                          <a:pt x="14705" y="2"/>
                          <a:pt x="14587" y="6"/>
                        </a:cubicBezTo>
                        <a:cubicBezTo>
                          <a:pt x="4595" y="350"/>
                          <a:pt x="1" y="12601"/>
                          <a:pt x="7313" y="19416"/>
                        </a:cubicBezTo>
                        <a:cubicBezTo>
                          <a:pt x="9570" y="21519"/>
                          <a:pt x="12266" y="22459"/>
                          <a:pt x="14903" y="22459"/>
                        </a:cubicBezTo>
                        <a:cubicBezTo>
                          <a:pt x="20809" y="22459"/>
                          <a:pt x="26425" y="17747"/>
                          <a:pt x="26187" y="10840"/>
                        </a:cubicBezTo>
                        <a:cubicBezTo>
                          <a:pt x="25961" y="4757"/>
                          <a:pt x="20949" y="0"/>
                          <a:pt x="1494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8"/>
                  <p:cNvSpPr/>
                  <p:nvPr/>
                </p:nvSpPr>
                <p:spPr>
                  <a:xfrm>
                    <a:off x="5497350" y="2003750"/>
                    <a:ext cx="200050" cy="335000"/>
                  </a:xfrm>
                  <a:custGeom>
                    <a:avLst/>
                    <a:gdLst/>
                    <a:ahLst/>
                    <a:cxnLst/>
                    <a:rect l="l" t="t" r="r" b="b"/>
                    <a:pathLst>
                      <a:path w="8002" h="13400" extrusionOk="0">
                        <a:moveTo>
                          <a:pt x="3293" y="3216"/>
                        </a:moveTo>
                        <a:lnTo>
                          <a:pt x="3369" y="5743"/>
                        </a:lnTo>
                        <a:cubicBezTo>
                          <a:pt x="2527" y="5513"/>
                          <a:pt x="1914" y="5169"/>
                          <a:pt x="1876" y="4556"/>
                        </a:cubicBezTo>
                        <a:cubicBezTo>
                          <a:pt x="1876" y="3944"/>
                          <a:pt x="2259" y="3408"/>
                          <a:pt x="3293" y="3216"/>
                        </a:cubicBezTo>
                        <a:close/>
                        <a:moveTo>
                          <a:pt x="4594" y="7734"/>
                        </a:moveTo>
                        <a:cubicBezTo>
                          <a:pt x="5475" y="7925"/>
                          <a:pt x="6087" y="8232"/>
                          <a:pt x="6126" y="8921"/>
                        </a:cubicBezTo>
                        <a:cubicBezTo>
                          <a:pt x="6126" y="9533"/>
                          <a:pt x="5705" y="10031"/>
                          <a:pt x="4671" y="10222"/>
                        </a:cubicBezTo>
                        <a:lnTo>
                          <a:pt x="4594" y="7734"/>
                        </a:lnTo>
                        <a:close/>
                        <a:moveTo>
                          <a:pt x="4326" y="1"/>
                        </a:moveTo>
                        <a:lnTo>
                          <a:pt x="3178" y="77"/>
                        </a:lnTo>
                        <a:lnTo>
                          <a:pt x="3216" y="1647"/>
                        </a:lnTo>
                        <a:cubicBezTo>
                          <a:pt x="1034" y="1953"/>
                          <a:pt x="0" y="3255"/>
                          <a:pt x="77" y="4709"/>
                        </a:cubicBezTo>
                        <a:cubicBezTo>
                          <a:pt x="115" y="6700"/>
                          <a:pt x="1838" y="7121"/>
                          <a:pt x="3408" y="7466"/>
                        </a:cubicBezTo>
                        <a:lnTo>
                          <a:pt x="3522" y="10299"/>
                        </a:lnTo>
                        <a:cubicBezTo>
                          <a:pt x="2489" y="10261"/>
                          <a:pt x="1493" y="9916"/>
                          <a:pt x="651" y="9342"/>
                        </a:cubicBezTo>
                        <a:lnTo>
                          <a:pt x="39" y="10797"/>
                        </a:lnTo>
                        <a:cubicBezTo>
                          <a:pt x="1061" y="11454"/>
                          <a:pt x="2224" y="11833"/>
                          <a:pt x="3393" y="11833"/>
                        </a:cubicBezTo>
                        <a:cubicBezTo>
                          <a:pt x="3449" y="11833"/>
                          <a:pt x="3505" y="11832"/>
                          <a:pt x="3561" y="11830"/>
                        </a:cubicBezTo>
                        <a:lnTo>
                          <a:pt x="3637" y="13400"/>
                        </a:lnTo>
                        <a:lnTo>
                          <a:pt x="4786" y="13362"/>
                        </a:lnTo>
                        <a:lnTo>
                          <a:pt x="4747" y="11792"/>
                        </a:lnTo>
                        <a:cubicBezTo>
                          <a:pt x="6968" y="11486"/>
                          <a:pt x="8002" y="10184"/>
                          <a:pt x="7963" y="8729"/>
                        </a:cubicBezTo>
                        <a:cubicBezTo>
                          <a:pt x="7887" y="6738"/>
                          <a:pt x="6126" y="6317"/>
                          <a:pt x="4556" y="5973"/>
                        </a:cubicBezTo>
                        <a:lnTo>
                          <a:pt x="4441" y="3102"/>
                        </a:lnTo>
                        <a:lnTo>
                          <a:pt x="4441" y="3102"/>
                        </a:lnTo>
                        <a:cubicBezTo>
                          <a:pt x="5245" y="3178"/>
                          <a:pt x="6049" y="3408"/>
                          <a:pt x="6777" y="3791"/>
                        </a:cubicBezTo>
                        <a:lnTo>
                          <a:pt x="7312" y="2374"/>
                        </a:lnTo>
                        <a:cubicBezTo>
                          <a:pt x="6432" y="1876"/>
                          <a:pt x="5398" y="1608"/>
                          <a:pt x="4403" y="1608"/>
                        </a:cubicBezTo>
                        <a:lnTo>
                          <a:pt x="43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5" name="Google Shape;395;p28"/>
                <p:cNvSpPr/>
                <p:nvPr/>
              </p:nvSpPr>
              <p:spPr>
                <a:xfrm>
                  <a:off x="5170025" y="1752025"/>
                  <a:ext cx="864275" cy="858550"/>
                </a:xfrm>
                <a:custGeom>
                  <a:avLst/>
                  <a:gdLst/>
                  <a:ahLst/>
                  <a:cxnLst/>
                  <a:rect l="l" t="t" r="r" b="b"/>
                  <a:pathLst>
                    <a:path w="34571" h="34342" extrusionOk="0">
                      <a:moveTo>
                        <a:pt x="17381" y="1"/>
                      </a:moveTo>
                      <a:lnTo>
                        <a:pt x="16233" y="78"/>
                      </a:lnTo>
                      <a:cubicBezTo>
                        <a:pt x="16041" y="116"/>
                        <a:pt x="15850" y="116"/>
                        <a:pt x="15658" y="116"/>
                      </a:cubicBezTo>
                      <a:lnTo>
                        <a:pt x="15084" y="192"/>
                      </a:lnTo>
                      <a:cubicBezTo>
                        <a:pt x="14701" y="269"/>
                        <a:pt x="14318" y="307"/>
                        <a:pt x="13936" y="384"/>
                      </a:cubicBezTo>
                      <a:cubicBezTo>
                        <a:pt x="13170" y="537"/>
                        <a:pt x="12404" y="767"/>
                        <a:pt x="11638" y="1035"/>
                      </a:cubicBezTo>
                      <a:cubicBezTo>
                        <a:pt x="10873" y="1341"/>
                        <a:pt x="10145" y="1647"/>
                        <a:pt x="9418" y="2030"/>
                      </a:cubicBezTo>
                      <a:cubicBezTo>
                        <a:pt x="9035" y="2221"/>
                        <a:pt x="8691" y="2451"/>
                        <a:pt x="8346" y="2681"/>
                      </a:cubicBezTo>
                      <a:cubicBezTo>
                        <a:pt x="7963" y="2872"/>
                        <a:pt x="7619" y="3102"/>
                        <a:pt x="7312" y="3370"/>
                      </a:cubicBezTo>
                      <a:cubicBezTo>
                        <a:pt x="5896" y="4365"/>
                        <a:pt x="4671" y="5629"/>
                        <a:pt x="3675" y="7007"/>
                      </a:cubicBezTo>
                      <a:cubicBezTo>
                        <a:pt x="2604" y="8462"/>
                        <a:pt x="1761" y="10070"/>
                        <a:pt x="1187" y="11754"/>
                      </a:cubicBezTo>
                      <a:cubicBezTo>
                        <a:pt x="0" y="15276"/>
                        <a:pt x="0" y="19104"/>
                        <a:pt x="1187" y="22588"/>
                      </a:cubicBezTo>
                      <a:cubicBezTo>
                        <a:pt x="1378" y="23048"/>
                        <a:pt x="1493" y="23469"/>
                        <a:pt x="1685" y="23890"/>
                      </a:cubicBezTo>
                      <a:cubicBezTo>
                        <a:pt x="1876" y="24273"/>
                        <a:pt x="2068" y="24694"/>
                        <a:pt x="2259" y="25077"/>
                      </a:cubicBezTo>
                      <a:cubicBezTo>
                        <a:pt x="2374" y="25306"/>
                        <a:pt x="2450" y="25498"/>
                        <a:pt x="2604" y="25689"/>
                      </a:cubicBezTo>
                      <a:lnTo>
                        <a:pt x="2948" y="26225"/>
                      </a:lnTo>
                      <a:lnTo>
                        <a:pt x="3293" y="26799"/>
                      </a:lnTo>
                      <a:lnTo>
                        <a:pt x="3675" y="27335"/>
                      </a:lnTo>
                      <a:cubicBezTo>
                        <a:pt x="4173" y="28025"/>
                        <a:pt x="4747" y="28714"/>
                        <a:pt x="5360" y="29326"/>
                      </a:cubicBezTo>
                      <a:cubicBezTo>
                        <a:pt x="5973" y="29939"/>
                        <a:pt x="6623" y="30475"/>
                        <a:pt x="7312" y="30972"/>
                      </a:cubicBezTo>
                      <a:cubicBezTo>
                        <a:pt x="7657" y="31240"/>
                        <a:pt x="8002" y="31470"/>
                        <a:pt x="8346" y="31700"/>
                      </a:cubicBezTo>
                      <a:cubicBezTo>
                        <a:pt x="8729" y="31891"/>
                        <a:pt x="9073" y="32121"/>
                        <a:pt x="9418" y="32351"/>
                      </a:cubicBezTo>
                      <a:cubicBezTo>
                        <a:pt x="10145" y="32695"/>
                        <a:pt x="10911" y="33040"/>
                        <a:pt x="11677" y="33308"/>
                      </a:cubicBezTo>
                      <a:cubicBezTo>
                        <a:pt x="12404" y="33576"/>
                        <a:pt x="13170" y="33805"/>
                        <a:pt x="13974" y="33959"/>
                      </a:cubicBezTo>
                      <a:cubicBezTo>
                        <a:pt x="14357" y="34035"/>
                        <a:pt x="14739" y="34073"/>
                        <a:pt x="15122" y="34150"/>
                      </a:cubicBezTo>
                      <a:lnTo>
                        <a:pt x="15697" y="34226"/>
                      </a:lnTo>
                      <a:cubicBezTo>
                        <a:pt x="15888" y="34265"/>
                        <a:pt x="16079" y="34265"/>
                        <a:pt x="16271" y="34265"/>
                      </a:cubicBezTo>
                      <a:lnTo>
                        <a:pt x="17381" y="34341"/>
                      </a:lnTo>
                      <a:cubicBezTo>
                        <a:pt x="17764" y="34341"/>
                        <a:pt x="18147" y="34265"/>
                        <a:pt x="18530" y="34265"/>
                      </a:cubicBezTo>
                      <a:cubicBezTo>
                        <a:pt x="19257" y="34226"/>
                        <a:pt x="19984" y="34150"/>
                        <a:pt x="20673" y="34035"/>
                      </a:cubicBezTo>
                      <a:cubicBezTo>
                        <a:pt x="25536" y="33078"/>
                        <a:pt x="29708" y="30130"/>
                        <a:pt x="32235" y="25881"/>
                      </a:cubicBezTo>
                      <a:cubicBezTo>
                        <a:pt x="33077" y="24464"/>
                        <a:pt x="33728" y="22933"/>
                        <a:pt x="34111" y="21325"/>
                      </a:cubicBezTo>
                      <a:cubicBezTo>
                        <a:pt x="34264" y="20751"/>
                        <a:pt x="34379" y="20138"/>
                        <a:pt x="34417" y="19526"/>
                      </a:cubicBezTo>
                      <a:cubicBezTo>
                        <a:pt x="34456" y="19296"/>
                        <a:pt x="34532" y="19028"/>
                        <a:pt x="34532" y="18836"/>
                      </a:cubicBezTo>
                      <a:lnTo>
                        <a:pt x="34532" y="18224"/>
                      </a:lnTo>
                      <a:cubicBezTo>
                        <a:pt x="34570" y="17879"/>
                        <a:pt x="34570" y="17611"/>
                        <a:pt x="34570" y="17420"/>
                      </a:cubicBezTo>
                      <a:lnTo>
                        <a:pt x="34570" y="17152"/>
                      </a:lnTo>
                      <a:cubicBezTo>
                        <a:pt x="34570" y="17152"/>
                        <a:pt x="34532" y="17229"/>
                        <a:pt x="34532" y="17420"/>
                      </a:cubicBezTo>
                      <a:cubicBezTo>
                        <a:pt x="34532" y="17611"/>
                        <a:pt x="34494" y="17879"/>
                        <a:pt x="34494" y="18224"/>
                      </a:cubicBezTo>
                      <a:cubicBezTo>
                        <a:pt x="34456" y="18415"/>
                        <a:pt x="34456" y="18568"/>
                        <a:pt x="34456" y="18836"/>
                      </a:cubicBezTo>
                      <a:cubicBezTo>
                        <a:pt x="34417" y="19066"/>
                        <a:pt x="34379" y="19258"/>
                        <a:pt x="34341" y="19526"/>
                      </a:cubicBezTo>
                      <a:cubicBezTo>
                        <a:pt x="34264" y="20138"/>
                        <a:pt x="34149" y="20712"/>
                        <a:pt x="33958" y="21287"/>
                      </a:cubicBezTo>
                      <a:cubicBezTo>
                        <a:pt x="33575" y="22895"/>
                        <a:pt x="32924" y="24426"/>
                        <a:pt x="32082" y="25804"/>
                      </a:cubicBezTo>
                      <a:cubicBezTo>
                        <a:pt x="29594" y="29977"/>
                        <a:pt x="25421" y="32887"/>
                        <a:pt x="20635" y="33805"/>
                      </a:cubicBezTo>
                      <a:cubicBezTo>
                        <a:pt x="19908" y="33920"/>
                        <a:pt x="19180" y="33997"/>
                        <a:pt x="18491" y="34035"/>
                      </a:cubicBezTo>
                      <a:cubicBezTo>
                        <a:pt x="18108" y="34073"/>
                        <a:pt x="17726" y="34112"/>
                        <a:pt x="17381" y="34112"/>
                      </a:cubicBezTo>
                      <a:lnTo>
                        <a:pt x="16233" y="34035"/>
                      </a:lnTo>
                      <a:cubicBezTo>
                        <a:pt x="16079" y="33997"/>
                        <a:pt x="15888" y="33997"/>
                        <a:pt x="15697" y="33997"/>
                      </a:cubicBezTo>
                      <a:lnTo>
                        <a:pt x="15122" y="33920"/>
                      </a:lnTo>
                      <a:cubicBezTo>
                        <a:pt x="14739" y="33844"/>
                        <a:pt x="14357" y="33805"/>
                        <a:pt x="13974" y="33729"/>
                      </a:cubicBezTo>
                      <a:cubicBezTo>
                        <a:pt x="13208" y="33537"/>
                        <a:pt x="12442" y="33346"/>
                        <a:pt x="11715" y="33078"/>
                      </a:cubicBezTo>
                      <a:cubicBezTo>
                        <a:pt x="10949" y="32772"/>
                        <a:pt x="10222" y="32465"/>
                        <a:pt x="9495" y="32121"/>
                      </a:cubicBezTo>
                      <a:cubicBezTo>
                        <a:pt x="9150" y="31891"/>
                        <a:pt x="8805" y="31700"/>
                        <a:pt x="8461" y="31470"/>
                      </a:cubicBezTo>
                      <a:cubicBezTo>
                        <a:pt x="8078" y="31279"/>
                        <a:pt x="7734" y="31011"/>
                        <a:pt x="7427" y="30781"/>
                      </a:cubicBezTo>
                      <a:cubicBezTo>
                        <a:pt x="6049" y="29786"/>
                        <a:pt x="4824" y="28561"/>
                        <a:pt x="3829" y="27182"/>
                      </a:cubicBezTo>
                      <a:lnTo>
                        <a:pt x="3446" y="26646"/>
                      </a:lnTo>
                      <a:lnTo>
                        <a:pt x="3101" y="26072"/>
                      </a:lnTo>
                      <a:lnTo>
                        <a:pt x="2757" y="25536"/>
                      </a:lnTo>
                      <a:cubicBezTo>
                        <a:pt x="2642" y="25345"/>
                        <a:pt x="2565" y="25153"/>
                        <a:pt x="2450" y="24962"/>
                      </a:cubicBezTo>
                      <a:lnTo>
                        <a:pt x="1876" y="23775"/>
                      </a:lnTo>
                      <a:lnTo>
                        <a:pt x="1417" y="22512"/>
                      </a:lnTo>
                      <a:cubicBezTo>
                        <a:pt x="230" y="19028"/>
                        <a:pt x="230" y="15276"/>
                        <a:pt x="1417" y="11792"/>
                      </a:cubicBezTo>
                      <a:cubicBezTo>
                        <a:pt x="1953" y="10146"/>
                        <a:pt x="2757" y="8538"/>
                        <a:pt x="3829" y="7160"/>
                      </a:cubicBezTo>
                      <a:cubicBezTo>
                        <a:pt x="4824" y="5743"/>
                        <a:pt x="6011" y="4518"/>
                        <a:pt x="7427" y="3561"/>
                      </a:cubicBezTo>
                      <a:cubicBezTo>
                        <a:pt x="7734" y="3293"/>
                        <a:pt x="8078" y="3064"/>
                        <a:pt x="8423" y="2834"/>
                      </a:cubicBezTo>
                      <a:cubicBezTo>
                        <a:pt x="8767" y="2643"/>
                        <a:pt x="9112" y="2413"/>
                        <a:pt x="9495" y="2221"/>
                      </a:cubicBezTo>
                      <a:cubicBezTo>
                        <a:pt x="10911" y="1456"/>
                        <a:pt x="12404" y="920"/>
                        <a:pt x="13974" y="575"/>
                      </a:cubicBezTo>
                      <a:cubicBezTo>
                        <a:pt x="14318" y="499"/>
                        <a:pt x="14739" y="460"/>
                        <a:pt x="15084" y="384"/>
                      </a:cubicBezTo>
                      <a:lnTo>
                        <a:pt x="15658" y="307"/>
                      </a:lnTo>
                      <a:cubicBezTo>
                        <a:pt x="15850" y="269"/>
                        <a:pt x="16041" y="269"/>
                        <a:pt x="16233" y="269"/>
                      </a:cubicBezTo>
                      <a:lnTo>
                        <a:pt x="17343" y="192"/>
                      </a:lnTo>
                      <a:cubicBezTo>
                        <a:pt x="17726" y="192"/>
                        <a:pt x="18108" y="231"/>
                        <a:pt x="18453" y="231"/>
                      </a:cubicBezTo>
                      <a:cubicBezTo>
                        <a:pt x="19180" y="269"/>
                        <a:pt x="19908" y="346"/>
                        <a:pt x="20597" y="499"/>
                      </a:cubicBezTo>
                      <a:cubicBezTo>
                        <a:pt x="25382" y="1379"/>
                        <a:pt x="29555" y="4289"/>
                        <a:pt x="32082" y="8462"/>
                      </a:cubicBezTo>
                      <a:cubicBezTo>
                        <a:pt x="32924" y="9878"/>
                        <a:pt x="33537" y="11409"/>
                        <a:pt x="33958" y="12979"/>
                      </a:cubicBezTo>
                      <a:cubicBezTo>
                        <a:pt x="34111" y="13592"/>
                        <a:pt x="34226" y="14166"/>
                        <a:pt x="34302" y="14740"/>
                      </a:cubicBezTo>
                      <a:cubicBezTo>
                        <a:pt x="34341" y="15008"/>
                        <a:pt x="34417" y="15238"/>
                        <a:pt x="34417" y="15468"/>
                      </a:cubicBezTo>
                      <a:cubicBezTo>
                        <a:pt x="34417" y="15697"/>
                        <a:pt x="34456" y="15889"/>
                        <a:pt x="34456" y="16080"/>
                      </a:cubicBezTo>
                      <a:cubicBezTo>
                        <a:pt x="34494" y="16386"/>
                        <a:pt x="34494" y="16693"/>
                        <a:pt x="34494" y="16884"/>
                      </a:cubicBezTo>
                      <a:cubicBezTo>
                        <a:pt x="34532" y="17075"/>
                        <a:pt x="34532" y="17152"/>
                        <a:pt x="34532" y="17152"/>
                      </a:cubicBezTo>
                      <a:cubicBezTo>
                        <a:pt x="34532" y="17152"/>
                        <a:pt x="34532" y="17114"/>
                        <a:pt x="34532" y="16922"/>
                      </a:cubicBezTo>
                      <a:cubicBezTo>
                        <a:pt x="34532" y="16693"/>
                        <a:pt x="34532" y="16425"/>
                        <a:pt x="34532" y="16080"/>
                      </a:cubicBezTo>
                      <a:lnTo>
                        <a:pt x="34532" y="15506"/>
                      </a:lnTo>
                      <a:cubicBezTo>
                        <a:pt x="34494" y="15238"/>
                        <a:pt x="34456" y="15046"/>
                        <a:pt x="34417" y="14778"/>
                      </a:cubicBezTo>
                      <a:cubicBezTo>
                        <a:pt x="34341" y="14166"/>
                        <a:pt x="34226" y="13592"/>
                        <a:pt x="34073" y="13017"/>
                      </a:cubicBezTo>
                      <a:cubicBezTo>
                        <a:pt x="33690" y="11409"/>
                        <a:pt x="33077" y="9840"/>
                        <a:pt x="32235" y="8423"/>
                      </a:cubicBezTo>
                      <a:cubicBezTo>
                        <a:pt x="29326" y="3523"/>
                        <a:pt x="24196" y="384"/>
                        <a:pt x="18491" y="39"/>
                      </a:cubicBezTo>
                      <a:cubicBezTo>
                        <a:pt x="18147" y="39"/>
                        <a:pt x="17764" y="1"/>
                        <a:pt x="173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8"/>
                <p:cNvSpPr/>
                <p:nvPr/>
              </p:nvSpPr>
              <p:spPr>
                <a:xfrm>
                  <a:off x="5107800" y="1699400"/>
                  <a:ext cx="985850" cy="977475"/>
                </a:xfrm>
                <a:custGeom>
                  <a:avLst/>
                  <a:gdLst/>
                  <a:ahLst/>
                  <a:cxnLst/>
                  <a:rect l="l" t="t" r="r" b="b"/>
                  <a:pathLst>
                    <a:path w="39434" h="39099" extrusionOk="0">
                      <a:moveTo>
                        <a:pt x="19793" y="0"/>
                      </a:moveTo>
                      <a:lnTo>
                        <a:pt x="18492" y="39"/>
                      </a:lnTo>
                      <a:cubicBezTo>
                        <a:pt x="18300" y="77"/>
                        <a:pt x="18071" y="77"/>
                        <a:pt x="17841" y="115"/>
                      </a:cubicBezTo>
                      <a:lnTo>
                        <a:pt x="17190" y="192"/>
                      </a:lnTo>
                      <a:cubicBezTo>
                        <a:pt x="16769" y="268"/>
                        <a:pt x="16310" y="307"/>
                        <a:pt x="15889" y="421"/>
                      </a:cubicBezTo>
                      <a:cubicBezTo>
                        <a:pt x="14089" y="804"/>
                        <a:pt x="12328" y="1455"/>
                        <a:pt x="10720" y="2297"/>
                      </a:cubicBezTo>
                      <a:cubicBezTo>
                        <a:pt x="10299" y="2527"/>
                        <a:pt x="9878" y="2757"/>
                        <a:pt x="9495" y="3025"/>
                      </a:cubicBezTo>
                      <a:cubicBezTo>
                        <a:pt x="9265" y="3140"/>
                        <a:pt x="9074" y="3254"/>
                        <a:pt x="8883" y="3408"/>
                      </a:cubicBezTo>
                      <a:lnTo>
                        <a:pt x="8308" y="3829"/>
                      </a:lnTo>
                      <a:cubicBezTo>
                        <a:pt x="7504" y="4403"/>
                        <a:pt x="6777" y="5054"/>
                        <a:pt x="6088" y="5705"/>
                      </a:cubicBezTo>
                      <a:cubicBezTo>
                        <a:pt x="5399" y="6432"/>
                        <a:pt x="4748" y="7198"/>
                        <a:pt x="4174" y="7963"/>
                      </a:cubicBezTo>
                      <a:lnTo>
                        <a:pt x="3714" y="8576"/>
                      </a:lnTo>
                      <a:lnTo>
                        <a:pt x="3331" y="9227"/>
                      </a:lnTo>
                      <a:lnTo>
                        <a:pt x="2910" y="9878"/>
                      </a:lnTo>
                      <a:lnTo>
                        <a:pt x="2719" y="10222"/>
                      </a:lnTo>
                      <a:lnTo>
                        <a:pt x="2566" y="10528"/>
                      </a:lnTo>
                      <a:lnTo>
                        <a:pt x="1877" y="11945"/>
                      </a:lnTo>
                      <a:lnTo>
                        <a:pt x="1341" y="13361"/>
                      </a:lnTo>
                      <a:cubicBezTo>
                        <a:pt x="1" y="17381"/>
                        <a:pt x="1" y="21707"/>
                        <a:pt x="1341" y="25727"/>
                      </a:cubicBezTo>
                      <a:lnTo>
                        <a:pt x="1877" y="27182"/>
                      </a:lnTo>
                      <a:cubicBezTo>
                        <a:pt x="2106" y="27641"/>
                        <a:pt x="2336" y="28062"/>
                        <a:pt x="2566" y="28560"/>
                      </a:cubicBezTo>
                      <a:lnTo>
                        <a:pt x="2719" y="28904"/>
                      </a:lnTo>
                      <a:lnTo>
                        <a:pt x="2910" y="29211"/>
                      </a:lnTo>
                      <a:lnTo>
                        <a:pt x="3331" y="29862"/>
                      </a:lnTo>
                      <a:lnTo>
                        <a:pt x="3714" y="30512"/>
                      </a:lnTo>
                      <a:lnTo>
                        <a:pt x="4174" y="31125"/>
                      </a:lnTo>
                      <a:lnTo>
                        <a:pt x="4595" y="31737"/>
                      </a:lnTo>
                      <a:lnTo>
                        <a:pt x="4825" y="32005"/>
                      </a:lnTo>
                      <a:lnTo>
                        <a:pt x="5093" y="32312"/>
                      </a:lnTo>
                      <a:cubicBezTo>
                        <a:pt x="5437" y="32656"/>
                        <a:pt x="5743" y="33039"/>
                        <a:pt x="6088" y="33384"/>
                      </a:cubicBezTo>
                      <a:cubicBezTo>
                        <a:pt x="6777" y="34073"/>
                        <a:pt x="7543" y="34685"/>
                        <a:pt x="8308" y="35260"/>
                      </a:cubicBezTo>
                      <a:lnTo>
                        <a:pt x="8883" y="35719"/>
                      </a:lnTo>
                      <a:cubicBezTo>
                        <a:pt x="9074" y="35834"/>
                        <a:pt x="9304" y="35987"/>
                        <a:pt x="9495" y="36102"/>
                      </a:cubicBezTo>
                      <a:cubicBezTo>
                        <a:pt x="9916" y="36331"/>
                        <a:pt x="10299" y="36599"/>
                        <a:pt x="10720" y="36829"/>
                      </a:cubicBezTo>
                      <a:cubicBezTo>
                        <a:pt x="12366" y="37671"/>
                        <a:pt x="14089" y="38284"/>
                        <a:pt x="15889" y="38705"/>
                      </a:cubicBezTo>
                      <a:cubicBezTo>
                        <a:pt x="16348" y="38782"/>
                        <a:pt x="16769" y="38858"/>
                        <a:pt x="17228" y="38935"/>
                      </a:cubicBezTo>
                      <a:lnTo>
                        <a:pt x="17879" y="39011"/>
                      </a:lnTo>
                      <a:cubicBezTo>
                        <a:pt x="18071" y="39050"/>
                        <a:pt x="18300" y="39050"/>
                        <a:pt x="18530" y="39050"/>
                      </a:cubicBezTo>
                      <a:lnTo>
                        <a:pt x="19832" y="39088"/>
                      </a:lnTo>
                      <a:cubicBezTo>
                        <a:pt x="19916" y="39096"/>
                        <a:pt x="20000" y="39099"/>
                        <a:pt x="20084" y="39099"/>
                      </a:cubicBezTo>
                      <a:cubicBezTo>
                        <a:pt x="20421" y="39099"/>
                        <a:pt x="20758" y="39050"/>
                        <a:pt x="21095" y="39050"/>
                      </a:cubicBezTo>
                      <a:cubicBezTo>
                        <a:pt x="21937" y="39011"/>
                        <a:pt x="22741" y="38896"/>
                        <a:pt x="23584" y="38743"/>
                      </a:cubicBezTo>
                      <a:cubicBezTo>
                        <a:pt x="23966" y="38705"/>
                        <a:pt x="24349" y="38590"/>
                        <a:pt x="24770" y="38475"/>
                      </a:cubicBezTo>
                      <a:cubicBezTo>
                        <a:pt x="25153" y="38399"/>
                        <a:pt x="25536" y="38284"/>
                        <a:pt x="25919" y="38169"/>
                      </a:cubicBezTo>
                      <a:lnTo>
                        <a:pt x="27029" y="37786"/>
                      </a:lnTo>
                      <a:lnTo>
                        <a:pt x="27565" y="37557"/>
                      </a:lnTo>
                      <a:lnTo>
                        <a:pt x="28063" y="37327"/>
                      </a:lnTo>
                      <a:lnTo>
                        <a:pt x="29096" y="36829"/>
                      </a:lnTo>
                      <a:cubicBezTo>
                        <a:pt x="29441" y="36676"/>
                        <a:pt x="29747" y="36485"/>
                        <a:pt x="30054" y="36293"/>
                      </a:cubicBezTo>
                      <a:cubicBezTo>
                        <a:pt x="30360" y="36102"/>
                        <a:pt x="30666" y="35910"/>
                        <a:pt x="30972" y="35719"/>
                      </a:cubicBezTo>
                      <a:lnTo>
                        <a:pt x="31815" y="35106"/>
                      </a:lnTo>
                      <a:cubicBezTo>
                        <a:pt x="33767" y="33575"/>
                        <a:pt x="35452" y="31699"/>
                        <a:pt x="36715" y="29517"/>
                      </a:cubicBezTo>
                      <a:cubicBezTo>
                        <a:pt x="37710" y="27909"/>
                        <a:pt x="38438" y="26148"/>
                        <a:pt x="38859" y="24310"/>
                      </a:cubicBezTo>
                      <a:cubicBezTo>
                        <a:pt x="38935" y="23928"/>
                        <a:pt x="39050" y="23583"/>
                        <a:pt x="39089" y="23238"/>
                      </a:cubicBezTo>
                      <a:cubicBezTo>
                        <a:pt x="39165" y="22894"/>
                        <a:pt x="39203" y="22588"/>
                        <a:pt x="39242" y="22281"/>
                      </a:cubicBezTo>
                      <a:cubicBezTo>
                        <a:pt x="39280" y="22013"/>
                        <a:pt x="39318" y="21707"/>
                        <a:pt x="39356" y="21477"/>
                      </a:cubicBezTo>
                      <a:cubicBezTo>
                        <a:pt x="39395" y="21209"/>
                        <a:pt x="39395" y="20980"/>
                        <a:pt x="39395" y="20788"/>
                      </a:cubicBezTo>
                      <a:cubicBezTo>
                        <a:pt x="39433" y="20406"/>
                        <a:pt x="39433" y="20061"/>
                        <a:pt x="39433" y="19870"/>
                      </a:cubicBezTo>
                      <a:lnTo>
                        <a:pt x="39433" y="19563"/>
                      </a:lnTo>
                      <a:cubicBezTo>
                        <a:pt x="39433" y="19563"/>
                        <a:pt x="39395" y="19640"/>
                        <a:pt x="39395" y="19870"/>
                      </a:cubicBezTo>
                      <a:cubicBezTo>
                        <a:pt x="39356" y="20099"/>
                        <a:pt x="39356" y="20406"/>
                        <a:pt x="39318" y="20788"/>
                      </a:cubicBezTo>
                      <a:cubicBezTo>
                        <a:pt x="39318" y="20980"/>
                        <a:pt x="39318" y="21209"/>
                        <a:pt x="39280" y="21477"/>
                      </a:cubicBezTo>
                      <a:cubicBezTo>
                        <a:pt x="39280" y="21707"/>
                        <a:pt x="39203" y="21975"/>
                        <a:pt x="39165" y="22281"/>
                      </a:cubicBezTo>
                      <a:cubicBezTo>
                        <a:pt x="39127" y="22588"/>
                        <a:pt x="39050" y="22894"/>
                        <a:pt x="39012" y="23238"/>
                      </a:cubicBezTo>
                      <a:cubicBezTo>
                        <a:pt x="38935" y="23583"/>
                        <a:pt x="38859" y="23966"/>
                        <a:pt x="38744" y="24310"/>
                      </a:cubicBezTo>
                      <a:cubicBezTo>
                        <a:pt x="38285" y="26110"/>
                        <a:pt x="37557" y="27871"/>
                        <a:pt x="36600" y="29479"/>
                      </a:cubicBezTo>
                      <a:cubicBezTo>
                        <a:pt x="35337" y="31584"/>
                        <a:pt x="33652" y="33460"/>
                        <a:pt x="31661" y="34953"/>
                      </a:cubicBezTo>
                      <a:lnTo>
                        <a:pt x="30819" y="35604"/>
                      </a:lnTo>
                      <a:cubicBezTo>
                        <a:pt x="30551" y="35796"/>
                        <a:pt x="30245" y="35987"/>
                        <a:pt x="29939" y="36140"/>
                      </a:cubicBezTo>
                      <a:cubicBezTo>
                        <a:pt x="29594" y="36331"/>
                        <a:pt x="29288" y="36561"/>
                        <a:pt x="28982" y="36714"/>
                      </a:cubicBezTo>
                      <a:lnTo>
                        <a:pt x="27948" y="37174"/>
                      </a:lnTo>
                      <a:lnTo>
                        <a:pt x="27450" y="37403"/>
                      </a:lnTo>
                      <a:lnTo>
                        <a:pt x="26914" y="37633"/>
                      </a:lnTo>
                      <a:lnTo>
                        <a:pt x="25804" y="38016"/>
                      </a:lnTo>
                      <a:cubicBezTo>
                        <a:pt x="25459" y="38131"/>
                        <a:pt x="25077" y="38207"/>
                        <a:pt x="24694" y="38322"/>
                      </a:cubicBezTo>
                      <a:cubicBezTo>
                        <a:pt x="24273" y="38437"/>
                        <a:pt x="23890" y="38514"/>
                        <a:pt x="23507" y="38590"/>
                      </a:cubicBezTo>
                      <a:cubicBezTo>
                        <a:pt x="22703" y="38743"/>
                        <a:pt x="21861" y="38820"/>
                        <a:pt x="21057" y="38858"/>
                      </a:cubicBezTo>
                      <a:cubicBezTo>
                        <a:pt x="20636" y="38896"/>
                        <a:pt x="20215" y="38935"/>
                        <a:pt x="19793" y="38935"/>
                      </a:cubicBezTo>
                      <a:lnTo>
                        <a:pt x="18492" y="38858"/>
                      </a:lnTo>
                      <a:cubicBezTo>
                        <a:pt x="18300" y="38820"/>
                        <a:pt x="18071" y="38820"/>
                        <a:pt x="17879" y="38820"/>
                      </a:cubicBezTo>
                      <a:lnTo>
                        <a:pt x="17228" y="38705"/>
                      </a:lnTo>
                      <a:cubicBezTo>
                        <a:pt x="16769" y="38629"/>
                        <a:pt x="16348" y="38590"/>
                        <a:pt x="15927" y="38514"/>
                      </a:cubicBezTo>
                      <a:cubicBezTo>
                        <a:pt x="14127" y="38093"/>
                        <a:pt x="12405" y="37480"/>
                        <a:pt x="10797" y="36638"/>
                      </a:cubicBezTo>
                      <a:cubicBezTo>
                        <a:pt x="10414" y="36408"/>
                        <a:pt x="9993" y="36140"/>
                        <a:pt x="9610" y="35910"/>
                      </a:cubicBezTo>
                      <a:cubicBezTo>
                        <a:pt x="9419" y="35796"/>
                        <a:pt x="9189" y="35681"/>
                        <a:pt x="8997" y="35528"/>
                      </a:cubicBezTo>
                      <a:lnTo>
                        <a:pt x="8423" y="35106"/>
                      </a:lnTo>
                      <a:cubicBezTo>
                        <a:pt x="7658" y="34532"/>
                        <a:pt x="6930" y="33920"/>
                        <a:pt x="6241" y="33231"/>
                      </a:cubicBezTo>
                      <a:lnTo>
                        <a:pt x="5246" y="32159"/>
                      </a:lnTo>
                      <a:lnTo>
                        <a:pt x="5016" y="31891"/>
                      </a:lnTo>
                      <a:lnTo>
                        <a:pt x="4786" y="31584"/>
                      </a:lnTo>
                      <a:lnTo>
                        <a:pt x="4327" y="31010"/>
                      </a:lnTo>
                      <a:lnTo>
                        <a:pt x="3906" y="30398"/>
                      </a:lnTo>
                      <a:lnTo>
                        <a:pt x="3485" y="29747"/>
                      </a:lnTo>
                      <a:lnTo>
                        <a:pt x="3102" y="29134"/>
                      </a:lnTo>
                      <a:lnTo>
                        <a:pt x="2910" y="28790"/>
                      </a:lnTo>
                      <a:lnTo>
                        <a:pt x="2757" y="28445"/>
                      </a:lnTo>
                      <a:lnTo>
                        <a:pt x="2106" y="27105"/>
                      </a:lnTo>
                      <a:cubicBezTo>
                        <a:pt x="1915" y="26607"/>
                        <a:pt x="1762" y="26148"/>
                        <a:pt x="1570" y="25650"/>
                      </a:cubicBezTo>
                      <a:cubicBezTo>
                        <a:pt x="920" y="23698"/>
                        <a:pt x="613" y="21631"/>
                        <a:pt x="575" y="19563"/>
                      </a:cubicBezTo>
                      <a:cubicBezTo>
                        <a:pt x="613" y="17458"/>
                        <a:pt x="920" y="15429"/>
                        <a:pt x="1570" y="13438"/>
                      </a:cubicBezTo>
                      <a:lnTo>
                        <a:pt x="2106" y="12021"/>
                      </a:lnTo>
                      <a:lnTo>
                        <a:pt x="2757" y="10643"/>
                      </a:lnTo>
                      <a:lnTo>
                        <a:pt x="2910" y="10299"/>
                      </a:lnTo>
                      <a:lnTo>
                        <a:pt x="3102" y="9992"/>
                      </a:lnTo>
                      <a:lnTo>
                        <a:pt x="3485" y="9342"/>
                      </a:lnTo>
                      <a:lnTo>
                        <a:pt x="3906" y="8691"/>
                      </a:lnTo>
                      <a:lnTo>
                        <a:pt x="4327" y="8116"/>
                      </a:lnTo>
                      <a:cubicBezTo>
                        <a:pt x="4939" y="7313"/>
                        <a:pt x="5552" y="6547"/>
                        <a:pt x="6241" y="5858"/>
                      </a:cubicBezTo>
                      <a:cubicBezTo>
                        <a:pt x="6930" y="5207"/>
                        <a:pt x="7658" y="4556"/>
                        <a:pt x="8462" y="3982"/>
                      </a:cubicBezTo>
                      <a:lnTo>
                        <a:pt x="9036" y="3561"/>
                      </a:lnTo>
                      <a:cubicBezTo>
                        <a:pt x="9227" y="3446"/>
                        <a:pt x="9419" y="3331"/>
                        <a:pt x="9610" y="3178"/>
                      </a:cubicBezTo>
                      <a:cubicBezTo>
                        <a:pt x="10031" y="2948"/>
                        <a:pt x="10414" y="2680"/>
                        <a:pt x="10835" y="2489"/>
                      </a:cubicBezTo>
                      <a:cubicBezTo>
                        <a:pt x="11639" y="2029"/>
                        <a:pt x="12481" y="1685"/>
                        <a:pt x="13362" y="1379"/>
                      </a:cubicBezTo>
                      <a:cubicBezTo>
                        <a:pt x="14204" y="1034"/>
                        <a:pt x="15046" y="804"/>
                        <a:pt x="15927" y="613"/>
                      </a:cubicBezTo>
                      <a:cubicBezTo>
                        <a:pt x="16348" y="498"/>
                        <a:pt x="16807" y="460"/>
                        <a:pt x="17228" y="383"/>
                      </a:cubicBezTo>
                      <a:lnTo>
                        <a:pt x="17879" y="307"/>
                      </a:lnTo>
                      <a:cubicBezTo>
                        <a:pt x="18109" y="268"/>
                        <a:pt x="18300" y="268"/>
                        <a:pt x="18530" y="268"/>
                      </a:cubicBezTo>
                      <a:lnTo>
                        <a:pt x="19793" y="192"/>
                      </a:lnTo>
                      <a:cubicBezTo>
                        <a:pt x="20253" y="192"/>
                        <a:pt x="20674" y="230"/>
                        <a:pt x="21057" y="230"/>
                      </a:cubicBezTo>
                      <a:cubicBezTo>
                        <a:pt x="21899" y="268"/>
                        <a:pt x="22703" y="383"/>
                        <a:pt x="23507" y="498"/>
                      </a:cubicBezTo>
                      <a:cubicBezTo>
                        <a:pt x="23928" y="575"/>
                        <a:pt x="24311" y="651"/>
                        <a:pt x="24694" y="766"/>
                      </a:cubicBezTo>
                      <a:cubicBezTo>
                        <a:pt x="25077" y="881"/>
                        <a:pt x="25459" y="957"/>
                        <a:pt x="25842" y="1072"/>
                      </a:cubicBezTo>
                      <a:lnTo>
                        <a:pt x="26914" y="1493"/>
                      </a:lnTo>
                      <a:lnTo>
                        <a:pt x="27450" y="1685"/>
                      </a:lnTo>
                      <a:lnTo>
                        <a:pt x="27986" y="1915"/>
                      </a:lnTo>
                      <a:lnTo>
                        <a:pt x="28982" y="2412"/>
                      </a:lnTo>
                      <a:cubicBezTo>
                        <a:pt x="29326" y="2565"/>
                        <a:pt x="29632" y="2757"/>
                        <a:pt x="29939" y="2948"/>
                      </a:cubicBezTo>
                      <a:cubicBezTo>
                        <a:pt x="30245" y="3140"/>
                        <a:pt x="30551" y="3331"/>
                        <a:pt x="30858" y="3522"/>
                      </a:cubicBezTo>
                      <a:lnTo>
                        <a:pt x="31700" y="4097"/>
                      </a:lnTo>
                      <a:cubicBezTo>
                        <a:pt x="33690" y="5590"/>
                        <a:pt x="35337" y="7466"/>
                        <a:pt x="36638" y="9610"/>
                      </a:cubicBezTo>
                      <a:cubicBezTo>
                        <a:pt x="37595" y="11217"/>
                        <a:pt x="38323" y="12940"/>
                        <a:pt x="38782" y="14778"/>
                      </a:cubicBezTo>
                      <a:cubicBezTo>
                        <a:pt x="38897" y="15122"/>
                        <a:pt x="38974" y="15467"/>
                        <a:pt x="39050" y="15811"/>
                      </a:cubicBezTo>
                      <a:cubicBezTo>
                        <a:pt x="39089" y="16194"/>
                        <a:pt x="39127" y="16501"/>
                        <a:pt x="39203" y="16769"/>
                      </a:cubicBezTo>
                      <a:cubicBezTo>
                        <a:pt x="39242" y="17075"/>
                        <a:pt x="39280" y="17343"/>
                        <a:pt x="39318" y="17611"/>
                      </a:cubicBezTo>
                      <a:cubicBezTo>
                        <a:pt x="39318" y="17841"/>
                        <a:pt x="39356" y="18070"/>
                        <a:pt x="39356" y="18262"/>
                      </a:cubicBezTo>
                      <a:cubicBezTo>
                        <a:pt x="39395" y="18683"/>
                        <a:pt x="39395" y="18989"/>
                        <a:pt x="39395" y="19219"/>
                      </a:cubicBezTo>
                      <a:cubicBezTo>
                        <a:pt x="39433" y="19410"/>
                        <a:pt x="39433" y="19525"/>
                        <a:pt x="39433" y="19525"/>
                      </a:cubicBezTo>
                      <a:cubicBezTo>
                        <a:pt x="39433" y="19525"/>
                        <a:pt x="39433" y="19487"/>
                        <a:pt x="39433" y="19257"/>
                      </a:cubicBezTo>
                      <a:cubicBezTo>
                        <a:pt x="39395" y="19027"/>
                        <a:pt x="39395" y="18721"/>
                        <a:pt x="39395" y="18338"/>
                      </a:cubicBezTo>
                      <a:cubicBezTo>
                        <a:pt x="39356" y="18108"/>
                        <a:pt x="39356" y="17879"/>
                        <a:pt x="39356" y="17649"/>
                      </a:cubicBezTo>
                      <a:cubicBezTo>
                        <a:pt x="39318" y="17381"/>
                        <a:pt x="39280" y="17113"/>
                        <a:pt x="39242" y="16807"/>
                      </a:cubicBezTo>
                      <a:cubicBezTo>
                        <a:pt x="39203" y="16501"/>
                        <a:pt x="39127" y="16194"/>
                        <a:pt x="39089" y="15850"/>
                      </a:cubicBezTo>
                      <a:cubicBezTo>
                        <a:pt x="39050" y="15505"/>
                        <a:pt x="38935" y="15161"/>
                        <a:pt x="38859" y="14778"/>
                      </a:cubicBezTo>
                      <a:cubicBezTo>
                        <a:pt x="38399" y="12940"/>
                        <a:pt x="37710" y="11179"/>
                        <a:pt x="36715" y="9571"/>
                      </a:cubicBezTo>
                      <a:cubicBezTo>
                        <a:pt x="35452" y="7427"/>
                        <a:pt x="33767" y="5513"/>
                        <a:pt x="31776" y="4020"/>
                      </a:cubicBezTo>
                      <a:lnTo>
                        <a:pt x="30934" y="3369"/>
                      </a:lnTo>
                      <a:cubicBezTo>
                        <a:pt x="30628" y="3178"/>
                        <a:pt x="30322" y="2986"/>
                        <a:pt x="30015" y="2795"/>
                      </a:cubicBezTo>
                      <a:cubicBezTo>
                        <a:pt x="29709" y="2642"/>
                        <a:pt x="29403" y="2412"/>
                        <a:pt x="29058" y="2259"/>
                      </a:cubicBezTo>
                      <a:lnTo>
                        <a:pt x="28063" y="1761"/>
                      </a:lnTo>
                      <a:lnTo>
                        <a:pt x="27527" y="1532"/>
                      </a:lnTo>
                      <a:lnTo>
                        <a:pt x="26991" y="1340"/>
                      </a:lnTo>
                      <a:lnTo>
                        <a:pt x="25881" y="919"/>
                      </a:lnTo>
                      <a:cubicBezTo>
                        <a:pt x="25498" y="804"/>
                        <a:pt x="25115" y="728"/>
                        <a:pt x="24732" y="613"/>
                      </a:cubicBezTo>
                      <a:cubicBezTo>
                        <a:pt x="24349" y="498"/>
                        <a:pt x="23966" y="383"/>
                        <a:pt x="23545" y="345"/>
                      </a:cubicBezTo>
                      <a:cubicBezTo>
                        <a:pt x="22741" y="192"/>
                        <a:pt x="21899" y="77"/>
                        <a:pt x="21057" y="39"/>
                      </a:cubicBezTo>
                      <a:cubicBezTo>
                        <a:pt x="20636" y="39"/>
                        <a:pt x="20215" y="0"/>
                        <a:pt x="197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 name="Google Shape;397;p28"/>
              <p:cNvSpPr/>
              <p:nvPr/>
            </p:nvSpPr>
            <p:spPr>
              <a:xfrm>
                <a:off x="5271475" y="3590225"/>
                <a:ext cx="570450" cy="488525"/>
              </a:xfrm>
              <a:custGeom>
                <a:avLst/>
                <a:gdLst/>
                <a:ahLst/>
                <a:cxnLst/>
                <a:rect l="l" t="t" r="r" b="b"/>
                <a:pathLst>
                  <a:path w="22818" h="19541" extrusionOk="0">
                    <a:moveTo>
                      <a:pt x="13055" y="513"/>
                    </a:moveTo>
                    <a:cubicBezTo>
                      <a:pt x="18185" y="513"/>
                      <a:pt x="22320" y="4648"/>
                      <a:pt x="22358" y="9778"/>
                    </a:cubicBezTo>
                    <a:cubicBezTo>
                      <a:pt x="22358" y="15378"/>
                      <a:pt x="17758" y="19082"/>
                      <a:pt x="12980" y="19082"/>
                    </a:cubicBezTo>
                    <a:cubicBezTo>
                      <a:pt x="10704" y="19082"/>
                      <a:pt x="8387" y="18241"/>
                      <a:pt x="6509" y="16363"/>
                    </a:cubicBezTo>
                    <a:cubicBezTo>
                      <a:pt x="651" y="10505"/>
                      <a:pt x="4786" y="513"/>
                      <a:pt x="13055" y="513"/>
                    </a:cubicBezTo>
                    <a:close/>
                    <a:moveTo>
                      <a:pt x="12987" y="1"/>
                    </a:moveTo>
                    <a:cubicBezTo>
                      <a:pt x="10589" y="1"/>
                      <a:pt x="8146" y="893"/>
                      <a:pt x="6164" y="2887"/>
                    </a:cubicBezTo>
                    <a:cubicBezTo>
                      <a:pt x="0" y="9051"/>
                      <a:pt x="4365" y="19540"/>
                      <a:pt x="13055" y="19540"/>
                    </a:cubicBezTo>
                    <a:cubicBezTo>
                      <a:pt x="18453" y="19540"/>
                      <a:pt x="22817" y="15176"/>
                      <a:pt x="22817" y="9778"/>
                    </a:cubicBezTo>
                    <a:cubicBezTo>
                      <a:pt x="22817" y="3900"/>
                      <a:pt x="18000" y="1"/>
                      <a:pt x="129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8"/>
              <p:cNvSpPr/>
              <p:nvPr/>
            </p:nvSpPr>
            <p:spPr>
              <a:xfrm>
                <a:off x="5491600" y="3746600"/>
                <a:ext cx="236425" cy="176150"/>
              </a:xfrm>
              <a:custGeom>
                <a:avLst/>
                <a:gdLst/>
                <a:ahLst/>
                <a:cxnLst/>
                <a:rect l="l" t="t" r="r" b="b"/>
                <a:pathLst>
                  <a:path w="9457" h="7046" extrusionOk="0">
                    <a:moveTo>
                      <a:pt x="8232" y="1"/>
                    </a:moveTo>
                    <a:lnTo>
                      <a:pt x="3944" y="4442"/>
                    </a:lnTo>
                    <a:lnTo>
                      <a:pt x="1341" y="2145"/>
                    </a:lnTo>
                    <a:lnTo>
                      <a:pt x="1" y="3485"/>
                    </a:lnTo>
                    <a:lnTo>
                      <a:pt x="3752" y="7045"/>
                    </a:lnTo>
                    <a:lnTo>
                      <a:pt x="9457" y="1379"/>
                    </a:lnTo>
                    <a:lnTo>
                      <a:pt x="82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8"/>
              <p:cNvSpPr/>
              <p:nvPr/>
            </p:nvSpPr>
            <p:spPr>
              <a:xfrm>
                <a:off x="4936488" y="3243175"/>
                <a:ext cx="1294025" cy="6725"/>
              </a:xfrm>
              <a:custGeom>
                <a:avLst/>
                <a:gdLst/>
                <a:ahLst/>
                <a:cxnLst/>
                <a:rect l="l" t="t" r="r" b="b"/>
                <a:pathLst>
                  <a:path w="51761" h="269" extrusionOk="0">
                    <a:moveTo>
                      <a:pt x="25881" y="1"/>
                    </a:moveTo>
                    <a:cubicBezTo>
                      <a:pt x="11601" y="1"/>
                      <a:pt x="1" y="77"/>
                      <a:pt x="1" y="154"/>
                    </a:cubicBezTo>
                    <a:cubicBezTo>
                      <a:pt x="1" y="192"/>
                      <a:pt x="11601" y="269"/>
                      <a:pt x="25881" y="269"/>
                    </a:cubicBezTo>
                    <a:cubicBezTo>
                      <a:pt x="40161" y="269"/>
                      <a:pt x="51761" y="192"/>
                      <a:pt x="51761" y="154"/>
                    </a:cubicBezTo>
                    <a:cubicBezTo>
                      <a:pt x="51761" y="39"/>
                      <a:pt x="40199" y="1"/>
                      <a:pt x="25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8"/>
              <p:cNvSpPr/>
              <p:nvPr/>
            </p:nvSpPr>
            <p:spPr>
              <a:xfrm>
                <a:off x="5091538" y="3356125"/>
                <a:ext cx="983925" cy="5750"/>
              </a:xfrm>
              <a:custGeom>
                <a:avLst/>
                <a:gdLst/>
                <a:ahLst/>
                <a:cxnLst/>
                <a:rect l="l" t="t" r="r" b="b"/>
                <a:pathLst>
                  <a:path w="39357" h="230" extrusionOk="0">
                    <a:moveTo>
                      <a:pt x="19679" y="0"/>
                    </a:moveTo>
                    <a:cubicBezTo>
                      <a:pt x="8806" y="0"/>
                      <a:pt x="1" y="39"/>
                      <a:pt x="1" y="115"/>
                    </a:cubicBezTo>
                    <a:cubicBezTo>
                      <a:pt x="1" y="192"/>
                      <a:pt x="8806" y="230"/>
                      <a:pt x="19679" y="230"/>
                    </a:cubicBezTo>
                    <a:cubicBezTo>
                      <a:pt x="30551" y="230"/>
                      <a:pt x="39356" y="192"/>
                      <a:pt x="39356" y="115"/>
                    </a:cubicBezTo>
                    <a:cubicBezTo>
                      <a:pt x="39356" y="39"/>
                      <a:pt x="30551" y="0"/>
                      <a:pt x="19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8"/>
              <p:cNvSpPr/>
              <p:nvPr/>
            </p:nvSpPr>
            <p:spPr>
              <a:xfrm>
                <a:off x="5110594" y="1029051"/>
                <a:ext cx="945813" cy="90376"/>
              </a:xfrm>
              <a:prstGeom prst="rect">
                <a:avLst/>
              </a:prstGeom>
            </p:spPr>
            <p:txBody>
              <a:bodyPr>
                <a:prstTxWarp prst="textPlain">
                  <a:avLst/>
                </a:prstTxWarp>
              </a:bodyPr>
              <a:lstStyle/>
              <a:p>
                <a:pPr lvl="0" algn="ctr"/>
                <a:r>
                  <a:rPr b="1" i="0">
                    <a:ln>
                      <a:noFill/>
                    </a:ln>
                    <a:solidFill>
                      <a:schemeClr val="dk1"/>
                    </a:solidFill>
                    <a:latin typeface="Roboto"/>
                  </a:rPr>
                  <a:t>DIGITAL WALLET</a:t>
                </a:r>
              </a:p>
            </p:txBody>
          </p:sp>
          <p:sp>
            <p:nvSpPr>
              <p:cNvPr id="402" name="Google Shape;402;p28"/>
              <p:cNvSpPr/>
              <p:nvPr/>
            </p:nvSpPr>
            <p:spPr>
              <a:xfrm>
                <a:off x="5334162" y="2911340"/>
                <a:ext cx="498677" cy="210333"/>
              </a:xfrm>
              <a:prstGeom prst="rect">
                <a:avLst/>
              </a:prstGeom>
            </p:spPr>
            <p:txBody>
              <a:bodyPr>
                <a:prstTxWarp prst="textPlain">
                  <a:avLst/>
                </a:prstTxWarp>
              </a:bodyPr>
              <a:lstStyle/>
              <a:p>
                <a:pPr lvl="0" algn="ctr"/>
                <a:r>
                  <a:rPr b="1" i="0">
                    <a:ln>
                      <a:noFill/>
                    </a:ln>
                    <a:solidFill>
                      <a:schemeClr val="dk1"/>
                    </a:solidFill>
                    <a:latin typeface="Roboto"/>
                  </a:rPr>
                  <a:t>$$$$</a:t>
                </a:r>
              </a:p>
            </p:txBody>
          </p:sp>
        </p:grpSp>
        <p:grpSp>
          <p:nvGrpSpPr>
            <p:cNvPr id="403" name="Google Shape;403;p28"/>
            <p:cNvGrpSpPr/>
            <p:nvPr/>
          </p:nvGrpSpPr>
          <p:grpSpPr>
            <a:xfrm>
              <a:off x="4571996" y="2149221"/>
              <a:ext cx="881095" cy="2660484"/>
              <a:chOff x="6065850" y="976725"/>
              <a:chExt cx="1321775" cy="3991125"/>
            </a:xfrm>
          </p:grpSpPr>
          <p:sp>
            <p:nvSpPr>
              <p:cNvPr id="404" name="Google Shape;404;p28"/>
              <p:cNvSpPr/>
              <p:nvPr/>
            </p:nvSpPr>
            <p:spPr>
              <a:xfrm>
                <a:off x="6707100" y="4526650"/>
                <a:ext cx="203900" cy="183775"/>
              </a:xfrm>
              <a:custGeom>
                <a:avLst/>
                <a:gdLst/>
                <a:ahLst/>
                <a:cxnLst/>
                <a:rect l="l" t="t" r="r" b="b"/>
                <a:pathLst>
                  <a:path w="8156" h="7351" extrusionOk="0">
                    <a:moveTo>
                      <a:pt x="8155" y="0"/>
                    </a:moveTo>
                    <a:lnTo>
                      <a:pt x="192" y="306"/>
                    </a:lnTo>
                    <a:lnTo>
                      <a:pt x="1" y="4862"/>
                    </a:lnTo>
                    <a:lnTo>
                      <a:pt x="5131" y="7351"/>
                    </a:lnTo>
                    <a:lnTo>
                      <a:pt x="8002" y="5589"/>
                    </a:lnTo>
                    <a:lnTo>
                      <a:pt x="8155" y="0"/>
                    </a:lnTo>
                    <a:close/>
                  </a:path>
                </a:pathLst>
              </a:custGeom>
              <a:solidFill>
                <a:srgbClr val="A76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8"/>
              <p:cNvSpPr/>
              <p:nvPr/>
            </p:nvSpPr>
            <p:spPr>
              <a:xfrm>
                <a:off x="6694675" y="4633825"/>
                <a:ext cx="440275" cy="153175"/>
              </a:xfrm>
              <a:custGeom>
                <a:avLst/>
                <a:gdLst/>
                <a:ahLst/>
                <a:cxnLst/>
                <a:rect l="l" t="t" r="r" b="b"/>
                <a:pathLst>
                  <a:path w="17611" h="6127" extrusionOk="0">
                    <a:moveTo>
                      <a:pt x="307" y="1"/>
                    </a:moveTo>
                    <a:lnTo>
                      <a:pt x="0" y="5858"/>
                    </a:lnTo>
                    <a:lnTo>
                      <a:pt x="17611" y="6126"/>
                    </a:lnTo>
                    <a:cubicBezTo>
                      <a:pt x="17534" y="4442"/>
                      <a:pt x="8691" y="767"/>
                      <a:pt x="8691" y="767"/>
                    </a:cubicBezTo>
                    <a:lnTo>
                      <a:pt x="8691" y="269"/>
                    </a:lnTo>
                    <a:cubicBezTo>
                      <a:pt x="7429" y="784"/>
                      <a:pt x="6093" y="1044"/>
                      <a:pt x="4763" y="1044"/>
                    </a:cubicBezTo>
                    <a:cubicBezTo>
                      <a:pt x="3228" y="1044"/>
                      <a:pt x="1701" y="698"/>
                      <a:pt x="3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8"/>
              <p:cNvSpPr/>
              <p:nvPr/>
            </p:nvSpPr>
            <p:spPr>
              <a:xfrm>
                <a:off x="6441050" y="4390725"/>
                <a:ext cx="195250" cy="344575"/>
              </a:xfrm>
              <a:custGeom>
                <a:avLst/>
                <a:gdLst/>
                <a:ahLst/>
                <a:cxnLst/>
                <a:rect l="l" t="t" r="r" b="b"/>
                <a:pathLst>
                  <a:path w="7810" h="13783" extrusionOk="0">
                    <a:moveTo>
                      <a:pt x="7810" y="1"/>
                    </a:moveTo>
                    <a:lnTo>
                      <a:pt x="0" y="116"/>
                    </a:lnTo>
                    <a:lnTo>
                      <a:pt x="115" y="13783"/>
                    </a:lnTo>
                    <a:lnTo>
                      <a:pt x="6432" y="13324"/>
                    </a:lnTo>
                    <a:lnTo>
                      <a:pt x="7810" y="1"/>
                    </a:lnTo>
                    <a:close/>
                  </a:path>
                </a:pathLst>
              </a:custGeom>
              <a:solidFill>
                <a:srgbClr val="A76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8"/>
              <p:cNvSpPr/>
              <p:nvPr/>
            </p:nvSpPr>
            <p:spPr>
              <a:xfrm>
                <a:off x="6361600" y="4656800"/>
                <a:ext cx="266100" cy="311050"/>
              </a:xfrm>
              <a:custGeom>
                <a:avLst/>
                <a:gdLst/>
                <a:ahLst/>
                <a:cxnLst/>
                <a:rect l="l" t="t" r="r" b="b"/>
                <a:pathLst>
                  <a:path w="10644" h="12442" extrusionOk="0">
                    <a:moveTo>
                      <a:pt x="9801" y="1"/>
                    </a:moveTo>
                    <a:cubicBezTo>
                      <a:pt x="9801" y="1"/>
                      <a:pt x="7652" y="1496"/>
                      <a:pt x="5612" y="1496"/>
                    </a:cubicBezTo>
                    <a:cubicBezTo>
                      <a:pt x="4733" y="1496"/>
                      <a:pt x="3874" y="1218"/>
                      <a:pt x="3216" y="422"/>
                    </a:cubicBezTo>
                    <a:lnTo>
                      <a:pt x="2680" y="1723"/>
                    </a:lnTo>
                    <a:lnTo>
                      <a:pt x="154" y="10873"/>
                    </a:lnTo>
                    <a:cubicBezTo>
                      <a:pt x="1" y="11486"/>
                      <a:pt x="307" y="12098"/>
                      <a:pt x="881" y="12366"/>
                    </a:cubicBezTo>
                    <a:cubicBezTo>
                      <a:pt x="1018" y="12416"/>
                      <a:pt x="1162" y="12441"/>
                      <a:pt x="1309" y="12441"/>
                    </a:cubicBezTo>
                    <a:cubicBezTo>
                      <a:pt x="1613" y="12441"/>
                      <a:pt x="1924" y="12331"/>
                      <a:pt x="2183" y="12098"/>
                    </a:cubicBezTo>
                    <a:cubicBezTo>
                      <a:pt x="3982" y="10414"/>
                      <a:pt x="10643" y="4135"/>
                      <a:pt x="10605" y="3293"/>
                    </a:cubicBezTo>
                    <a:lnTo>
                      <a:pt x="10567" y="1034"/>
                    </a:lnTo>
                    <a:cubicBezTo>
                      <a:pt x="10567" y="575"/>
                      <a:pt x="10261" y="154"/>
                      <a:pt x="98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8"/>
              <p:cNvSpPr/>
              <p:nvPr/>
            </p:nvSpPr>
            <p:spPr>
              <a:xfrm>
                <a:off x="6699450" y="2641175"/>
                <a:ext cx="402000" cy="1972575"/>
              </a:xfrm>
              <a:custGeom>
                <a:avLst/>
                <a:gdLst/>
                <a:ahLst/>
                <a:cxnLst/>
                <a:rect l="l" t="t" r="r" b="b"/>
                <a:pathLst>
                  <a:path w="16080" h="78903" extrusionOk="0">
                    <a:moveTo>
                      <a:pt x="11256" y="0"/>
                    </a:moveTo>
                    <a:lnTo>
                      <a:pt x="1" y="2833"/>
                    </a:lnTo>
                    <a:lnTo>
                      <a:pt x="345" y="25612"/>
                    </a:lnTo>
                    <a:cubicBezTo>
                      <a:pt x="345" y="25612"/>
                      <a:pt x="690" y="42763"/>
                      <a:pt x="575" y="46745"/>
                    </a:cubicBezTo>
                    <a:cubicBezTo>
                      <a:pt x="460" y="51836"/>
                      <a:pt x="1" y="78788"/>
                      <a:pt x="1" y="78788"/>
                    </a:cubicBezTo>
                    <a:lnTo>
                      <a:pt x="8959" y="78903"/>
                    </a:lnTo>
                    <a:cubicBezTo>
                      <a:pt x="8959" y="78903"/>
                      <a:pt x="11945" y="54095"/>
                      <a:pt x="12251" y="50726"/>
                    </a:cubicBezTo>
                    <a:cubicBezTo>
                      <a:pt x="12711" y="45060"/>
                      <a:pt x="14127" y="33192"/>
                      <a:pt x="15199" y="25000"/>
                    </a:cubicBezTo>
                    <a:cubicBezTo>
                      <a:pt x="16080" y="18415"/>
                      <a:pt x="14434" y="8499"/>
                      <a:pt x="14434" y="8499"/>
                    </a:cubicBezTo>
                    <a:lnTo>
                      <a:pt x="10758" y="1915"/>
                    </a:lnTo>
                    <a:lnTo>
                      <a:pt x="10605" y="383"/>
                    </a:lnTo>
                    <a:lnTo>
                      <a:pt x="112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8"/>
              <p:cNvSpPr/>
              <p:nvPr/>
            </p:nvSpPr>
            <p:spPr>
              <a:xfrm>
                <a:off x="6306100" y="2624900"/>
                <a:ext cx="444100" cy="1997475"/>
              </a:xfrm>
              <a:custGeom>
                <a:avLst/>
                <a:gdLst/>
                <a:ahLst/>
                <a:cxnLst/>
                <a:rect l="l" t="t" r="r" b="b"/>
                <a:pathLst>
                  <a:path w="17764" h="79899" extrusionOk="0">
                    <a:moveTo>
                      <a:pt x="5092" y="1"/>
                    </a:moveTo>
                    <a:lnTo>
                      <a:pt x="4632" y="2604"/>
                    </a:lnTo>
                    <a:cubicBezTo>
                      <a:pt x="4632" y="2604"/>
                      <a:pt x="0" y="14051"/>
                      <a:pt x="153" y="17381"/>
                    </a:cubicBezTo>
                    <a:cubicBezTo>
                      <a:pt x="574" y="26761"/>
                      <a:pt x="1761" y="50841"/>
                      <a:pt x="1761" y="50841"/>
                    </a:cubicBezTo>
                    <a:lnTo>
                      <a:pt x="4709" y="79707"/>
                    </a:lnTo>
                    <a:lnTo>
                      <a:pt x="13246" y="79898"/>
                    </a:lnTo>
                    <a:lnTo>
                      <a:pt x="16079" y="24655"/>
                    </a:lnTo>
                    <a:lnTo>
                      <a:pt x="17764" y="3331"/>
                    </a:lnTo>
                    <a:lnTo>
                      <a:pt x="50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8"/>
              <p:cNvSpPr/>
              <p:nvPr/>
            </p:nvSpPr>
            <p:spPr>
              <a:xfrm>
                <a:off x="6358725" y="2816325"/>
                <a:ext cx="201025" cy="77300"/>
              </a:xfrm>
              <a:custGeom>
                <a:avLst/>
                <a:gdLst/>
                <a:ahLst/>
                <a:cxnLst/>
                <a:rect l="l" t="t" r="r" b="b"/>
                <a:pathLst>
                  <a:path w="8041" h="3092" extrusionOk="0">
                    <a:moveTo>
                      <a:pt x="8040" y="0"/>
                    </a:moveTo>
                    <a:cubicBezTo>
                      <a:pt x="8040" y="0"/>
                      <a:pt x="7734" y="383"/>
                      <a:pt x="7083" y="919"/>
                    </a:cubicBezTo>
                    <a:cubicBezTo>
                      <a:pt x="6739" y="1264"/>
                      <a:pt x="6356" y="1532"/>
                      <a:pt x="5935" y="1761"/>
                    </a:cubicBezTo>
                    <a:cubicBezTo>
                      <a:pt x="5437" y="2068"/>
                      <a:pt x="4939" y="2297"/>
                      <a:pt x="4365" y="2489"/>
                    </a:cubicBezTo>
                    <a:cubicBezTo>
                      <a:pt x="3829" y="2680"/>
                      <a:pt x="3255" y="2795"/>
                      <a:pt x="2681" y="2872"/>
                    </a:cubicBezTo>
                    <a:cubicBezTo>
                      <a:pt x="2221" y="2910"/>
                      <a:pt x="1723" y="2910"/>
                      <a:pt x="1226" y="2910"/>
                    </a:cubicBezTo>
                    <a:cubicBezTo>
                      <a:pt x="577" y="2842"/>
                      <a:pt x="111" y="2712"/>
                      <a:pt x="18" y="2712"/>
                    </a:cubicBezTo>
                    <a:cubicBezTo>
                      <a:pt x="6" y="2712"/>
                      <a:pt x="1" y="2714"/>
                      <a:pt x="1" y="2718"/>
                    </a:cubicBezTo>
                    <a:cubicBezTo>
                      <a:pt x="77" y="2795"/>
                      <a:pt x="192" y="2833"/>
                      <a:pt x="307" y="2833"/>
                    </a:cubicBezTo>
                    <a:cubicBezTo>
                      <a:pt x="460" y="2910"/>
                      <a:pt x="575" y="2910"/>
                      <a:pt x="728" y="2948"/>
                    </a:cubicBezTo>
                    <a:cubicBezTo>
                      <a:pt x="919" y="2986"/>
                      <a:pt x="1111" y="3025"/>
                      <a:pt x="1264" y="3063"/>
                    </a:cubicBezTo>
                    <a:cubicBezTo>
                      <a:pt x="1513" y="3082"/>
                      <a:pt x="1752" y="3092"/>
                      <a:pt x="1991" y="3092"/>
                    </a:cubicBezTo>
                    <a:cubicBezTo>
                      <a:pt x="2231" y="3092"/>
                      <a:pt x="2470" y="3082"/>
                      <a:pt x="2719" y="3063"/>
                    </a:cubicBezTo>
                    <a:cubicBezTo>
                      <a:pt x="3293" y="3025"/>
                      <a:pt x="3906" y="2910"/>
                      <a:pt x="4442" y="2718"/>
                    </a:cubicBezTo>
                    <a:cubicBezTo>
                      <a:pt x="5016" y="2527"/>
                      <a:pt x="5552" y="2259"/>
                      <a:pt x="6088" y="1953"/>
                    </a:cubicBezTo>
                    <a:cubicBezTo>
                      <a:pt x="6471" y="1685"/>
                      <a:pt x="6853" y="1379"/>
                      <a:pt x="7236" y="1072"/>
                    </a:cubicBezTo>
                    <a:cubicBezTo>
                      <a:pt x="7351" y="919"/>
                      <a:pt x="7504" y="804"/>
                      <a:pt x="7619" y="651"/>
                    </a:cubicBezTo>
                    <a:cubicBezTo>
                      <a:pt x="7696" y="536"/>
                      <a:pt x="7772" y="421"/>
                      <a:pt x="7849" y="307"/>
                    </a:cubicBezTo>
                    <a:cubicBezTo>
                      <a:pt x="7964" y="230"/>
                      <a:pt x="8002" y="115"/>
                      <a:pt x="804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8"/>
              <p:cNvSpPr/>
              <p:nvPr/>
            </p:nvSpPr>
            <p:spPr>
              <a:xfrm>
                <a:off x="6937775" y="2778025"/>
                <a:ext cx="117750" cy="90950"/>
              </a:xfrm>
              <a:custGeom>
                <a:avLst/>
                <a:gdLst/>
                <a:ahLst/>
                <a:cxnLst/>
                <a:rect l="l" t="t" r="r" b="b"/>
                <a:pathLst>
                  <a:path w="4710" h="3638" extrusionOk="0">
                    <a:moveTo>
                      <a:pt x="0" y="1"/>
                    </a:moveTo>
                    <a:cubicBezTo>
                      <a:pt x="77" y="269"/>
                      <a:pt x="230" y="537"/>
                      <a:pt x="421" y="805"/>
                    </a:cubicBezTo>
                    <a:cubicBezTo>
                      <a:pt x="804" y="1417"/>
                      <a:pt x="1302" y="1953"/>
                      <a:pt x="1915" y="2413"/>
                    </a:cubicBezTo>
                    <a:cubicBezTo>
                      <a:pt x="2489" y="2872"/>
                      <a:pt x="3101" y="3217"/>
                      <a:pt x="3829" y="3446"/>
                    </a:cubicBezTo>
                    <a:cubicBezTo>
                      <a:pt x="4097" y="3561"/>
                      <a:pt x="4403" y="3638"/>
                      <a:pt x="4709" y="3638"/>
                    </a:cubicBezTo>
                    <a:cubicBezTo>
                      <a:pt x="3752" y="3293"/>
                      <a:pt x="2833" y="2834"/>
                      <a:pt x="2029" y="2260"/>
                    </a:cubicBezTo>
                    <a:cubicBezTo>
                      <a:pt x="1225" y="1571"/>
                      <a:pt x="575" y="843"/>
                      <a:pt x="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8"/>
              <p:cNvSpPr/>
              <p:nvPr/>
            </p:nvSpPr>
            <p:spPr>
              <a:xfrm>
                <a:off x="6414250" y="1776925"/>
                <a:ext cx="511100" cy="937975"/>
              </a:xfrm>
              <a:custGeom>
                <a:avLst/>
                <a:gdLst/>
                <a:ahLst/>
                <a:cxnLst/>
                <a:rect l="l" t="t" r="r" b="b"/>
                <a:pathLst>
                  <a:path w="20444" h="37519" extrusionOk="0">
                    <a:moveTo>
                      <a:pt x="15735" y="0"/>
                    </a:moveTo>
                    <a:lnTo>
                      <a:pt x="5628" y="804"/>
                    </a:lnTo>
                    <a:lnTo>
                      <a:pt x="0" y="16539"/>
                    </a:lnTo>
                    <a:lnTo>
                      <a:pt x="2335" y="37518"/>
                    </a:lnTo>
                    <a:lnTo>
                      <a:pt x="20444" y="37518"/>
                    </a:lnTo>
                    <a:lnTo>
                      <a:pt x="17228" y="26110"/>
                    </a:lnTo>
                    <a:lnTo>
                      <a:pt x="19640" y="2833"/>
                    </a:lnTo>
                    <a:lnTo>
                      <a:pt x="157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8"/>
              <p:cNvSpPr/>
              <p:nvPr/>
            </p:nvSpPr>
            <p:spPr>
              <a:xfrm>
                <a:off x="6065850" y="1736725"/>
                <a:ext cx="612575" cy="1440450"/>
              </a:xfrm>
              <a:custGeom>
                <a:avLst/>
                <a:gdLst/>
                <a:ahLst/>
                <a:cxnLst/>
                <a:rect l="l" t="t" r="r" b="b"/>
                <a:pathLst>
                  <a:path w="24503" h="57618" extrusionOk="0">
                    <a:moveTo>
                      <a:pt x="20636" y="0"/>
                    </a:moveTo>
                    <a:cubicBezTo>
                      <a:pt x="19794" y="0"/>
                      <a:pt x="19143" y="1455"/>
                      <a:pt x="18683" y="2144"/>
                    </a:cubicBezTo>
                    <a:lnTo>
                      <a:pt x="18262" y="2833"/>
                    </a:lnTo>
                    <a:cubicBezTo>
                      <a:pt x="18262" y="2833"/>
                      <a:pt x="10950" y="6241"/>
                      <a:pt x="9419" y="8040"/>
                    </a:cubicBezTo>
                    <a:cubicBezTo>
                      <a:pt x="7849" y="9801"/>
                      <a:pt x="1" y="30934"/>
                      <a:pt x="537" y="33613"/>
                    </a:cubicBezTo>
                    <a:cubicBezTo>
                      <a:pt x="958" y="35642"/>
                      <a:pt x="5399" y="39203"/>
                      <a:pt x="8002" y="41040"/>
                    </a:cubicBezTo>
                    <a:lnTo>
                      <a:pt x="8002" y="41002"/>
                    </a:lnTo>
                    <a:cubicBezTo>
                      <a:pt x="8002" y="41002"/>
                      <a:pt x="8040" y="45941"/>
                      <a:pt x="9112" y="48391"/>
                    </a:cubicBezTo>
                    <a:cubicBezTo>
                      <a:pt x="11639" y="54057"/>
                      <a:pt x="22550" y="57617"/>
                      <a:pt x="22550" y="57617"/>
                    </a:cubicBezTo>
                    <a:cubicBezTo>
                      <a:pt x="22550" y="57617"/>
                      <a:pt x="23928" y="51645"/>
                      <a:pt x="24273" y="48544"/>
                    </a:cubicBezTo>
                    <a:cubicBezTo>
                      <a:pt x="24502" y="46170"/>
                      <a:pt x="24388" y="28292"/>
                      <a:pt x="24311" y="20061"/>
                    </a:cubicBezTo>
                    <a:cubicBezTo>
                      <a:pt x="24273" y="17419"/>
                      <a:pt x="23813" y="14778"/>
                      <a:pt x="22933" y="12289"/>
                    </a:cubicBezTo>
                    <a:cubicBezTo>
                      <a:pt x="21976" y="9571"/>
                      <a:pt x="21095" y="4326"/>
                      <a:pt x="20904" y="3178"/>
                    </a:cubicBezTo>
                    <a:lnTo>
                      <a:pt x="20751" y="996"/>
                    </a:lnTo>
                    <a:lnTo>
                      <a:pt x="206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8"/>
              <p:cNvSpPr/>
              <p:nvPr/>
            </p:nvSpPr>
            <p:spPr>
              <a:xfrm>
                <a:off x="6782725" y="1742475"/>
                <a:ext cx="604900" cy="1402150"/>
              </a:xfrm>
              <a:custGeom>
                <a:avLst/>
                <a:gdLst/>
                <a:ahLst/>
                <a:cxnLst/>
                <a:rect l="l" t="t" r="r" b="b"/>
                <a:pathLst>
                  <a:path w="24196" h="56086" extrusionOk="0">
                    <a:moveTo>
                      <a:pt x="728" y="0"/>
                    </a:moveTo>
                    <a:lnTo>
                      <a:pt x="0" y="995"/>
                    </a:lnTo>
                    <a:cubicBezTo>
                      <a:pt x="0" y="995"/>
                      <a:pt x="1570" y="2412"/>
                      <a:pt x="1761" y="3867"/>
                    </a:cubicBezTo>
                    <a:cubicBezTo>
                      <a:pt x="1915" y="4671"/>
                      <a:pt x="2374" y="7887"/>
                      <a:pt x="1685" y="9992"/>
                    </a:cubicBezTo>
                    <a:cubicBezTo>
                      <a:pt x="957" y="12174"/>
                      <a:pt x="575" y="14471"/>
                      <a:pt x="460" y="16768"/>
                    </a:cubicBezTo>
                    <a:cubicBezTo>
                      <a:pt x="268" y="21515"/>
                      <a:pt x="39" y="29364"/>
                      <a:pt x="651" y="32158"/>
                    </a:cubicBezTo>
                    <a:cubicBezTo>
                      <a:pt x="1532" y="36255"/>
                      <a:pt x="4212" y="56086"/>
                      <a:pt x="4212" y="56086"/>
                    </a:cubicBezTo>
                    <a:cubicBezTo>
                      <a:pt x="4212" y="56086"/>
                      <a:pt x="10414" y="51989"/>
                      <a:pt x="11945" y="49884"/>
                    </a:cubicBezTo>
                    <a:cubicBezTo>
                      <a:pt x="13783" y="47433"/>
                      <a:pt x="13170" y="42725"/>
                      <a:pt x="11409" y="37939"/>
                    </a:cubicBezTo>
                    <a:lnTo>
                      <a:pt x="11409" y="37939"/>
                    </a:lnTo>
                    <a:cubicBezTo>
                      <a:pt x="11600" y="38016"/>
                      <a:pt x="11792" y="38092"/>
                      <a:pt x="11945" y="38131"/>
                    </a:cubicBezTo>
                    <a:cubicBezTo>
                      <a:pt x="13628" y="38520"/>
                      <a:pt x="14795" y="38918"/>
                      <a:pt x="15931" y="38918"/>
                    </a:cubicBezTo>
                    <a:cubicBezTo>
                      <a:pt x="17249" y="38918"/>
                      <a:pt x="18526" y="38383"/>
                      <a:pt x="20520" y="36676"/>
                    </a:cubicBezTo>
                    <a:cubicBezTo>
                      <a:pt x="24196" y="33537"/>
                      <a:pt x="21822" y="28521"/>
                      <a:pt x="21822" y="28521"/>
                    </a:cubicBezTo>
                    <a:cubicBezTo>
                      <a:pt x="21822" y="28521"/>
                      <a:pt x="16769" y="14356"/>
                      <a:pt x="15199" y="9916"/>
                    </a:cubicBezTo>
                    <a:cubicBezTo>
                      <a:pt x="13821" y="6011"/>
                      <a:pt x="10873" y="5092"/>
                      <a:pt x="10873" y="5092"/>
                    </a:cubicBezTo>
                    <a:lnTo>
                      <a:pt x="3982" y="2527"/>
                    </a:lnTo>
                    <a:cubicBezTo>
                      <a:pt x="3714" y="1455"/>
                      <a:pt x="2412" y="574"/>
                      <a:pt x="1379" y="268"/>
                    </a:cubicBezTo>
                    <a:lnTo>
                      <a:pt x="72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8"/>
              <p:cNvSpPr/>
              <p:nvPr/>
            </p:nvSpPr>
            <p:spPr>
              <a:xfrm>
                <a:off x="6315650" y="1886025"/>
                <a:ext cx="205800" cy="100600"/>
              </a:xfrm>
              <a:custGeom>
                <a:avLst/>
                <a:gdLst/>
                <a:ahLst/>
                <a:cxnLst/>
                <a:rect l="l" t="t" r="r" b="b"/>
                <a:pathLst>
                  <a:path w="8232" h="4024" extrusionOk="0">
                    <a:moveTo>
                      <a:pt x="8232" y="1"/>
                    </a:moveTo>
                    <a:cubicBezTo>
                      <a:pt x="8117" y="1"/>
                      <a:pt x="8002" y="39"/>
                      <a:pt x="7887" y="77"/>
                    </a:cubicBezTo>
                    <a:cubicBezTo>
                      <a:pt x="7658" y="116"/>
                      <a:pt x="7313" y="192"/>
                      <a:pt x="6930" y="307"/>
                    </a:cubicBezTo>
                    <a:cubicBezTo>
                      <a:pt x="5858" y="613"/>
                      <a:pt x="4863" y="996"/>
                      <a:pt x="3868" y="1494"/>
                    </a:cubicBezTo>
                    <a:cubicBezTo>
                      <a:pt x="2872" y="1953"/>
                      <a:pt x="1953" y="2527"/>
                      <a:pt x="1073" y="3178"/>
                    </a:cubicBezTo>
                    <a:cubicBezTo>
                      <a:pt x="728" y="3408"/>
                      <a:pt x="460" y="3599"/>
                      <a:pt x="269" y="3752"/>
                    </a:cubicBezTo>
                    <a:cubicBezTo>
                      <a:pt x="192" y="3829"/>
                      <a:pt x="77" y="3906"/>
                      <a:pt x="1" y="4020"/>
                    </a:cubicBezTo>
                    <a:cubicBezTo>
                      <a:pt x="3" y="4023"/>
                      <a:pt x="6" y="4024"/>
                      <a:pt x="11" y="4024"/>
                    </a:cubicBezTo>
                    <a:cubicBezTo>
                      <a:pt x="88" y="4024"/>
                      <a:pt x="499" y="3727"/>
                      <a:pt x="1149" y="3293"/>
                    </a:cubicBezTo>
                    <a:cubicBezTo>
                      <a:pt x="2030" y="2681"/>
                      <a:pt x="2987" y="2145"/>
                      <a:pt x="3944" y="1647"/>
                    </a:cubicBezTo>
                    <a:cubicBezTo>
                      <a:pt x="4940" y="1187"/>
                      <a:pt x="5935" y="766"/>
                      <a:pt x="6969" y="460"/>
                    </a:cubicBezTo>
                    <a:cubicBezTo>
                      <a:pt x="7773" y="192"/>
                      <a:pt x="8232" y="39"/>
                      <a:pt x="82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8"/>
              <p:cNvSpPr/>
              <p:nvPr/>
            </p:nvSpPr>
            <p:spPr>
              <a:xfrm>
                <a:off x="6920550" y="1881250"/>
                <a:ext cx="147400" cy="80425"/>
              </a:xfrm>
              <a:custGeom>
                <a:avLst/>
                <a:gdLst/>
                <a:ahLst/>
                <a:cxnLst/>
                <a:rect l="l" t="t" r="r" b="b"/>
                <a:pathLst>
                  <a:path w="5896" h="3217" extrusionOk="0">
                    <a:moveTo>
                      <a:pt x="0" y="0"/>
                    </a:moveTo>
                    <a:cubicBezTo>
                      <a:pt x="307" y="153"/>
                      <a:pt x="574" y="307"/>
                      <a:pt x="881" y="421"/>
                    </a:cubicBezTo>
                    <a:cubicBezTo>
                      <a:pt x="1646" y="728"/>
                      <a:pt x="2336" y="1072"/>
                      <a:pt x="3025" y="1455"/>
                    </a:cubicBezTo>
                    <a:cubicBezTo>
                      <a:pt x="3867" y="1876"/>
                      <a:pt x="4594" y="2336"/>
                      <a:pt x="5054" y="2680"/>
                    </a:cubicBezTo>
                    <a:cubicBezTo>
                      <a:pt x="5322" y="2872"/>
                      <a:pt x="5590" y="3063"/>
                      <a:pt x="5896" y="3216"/>
                    </a:cubicBezTo>
                    <a:cubicBezTo>
                      <a:pt x="5666" y="2986"/>
                      <a:pt x="5398" y="2757"/>
                      <a:pt x="5130" y="2565"/>
                    </a:cubicBezTo>
                    <a:cubicBezTo>
                      <a:pt x="4518" y="2106"/>
                      <a:pt x="3829" y="1646"/>
                      <a:pt x="3140" y="1264"/>
                    </a:cubicBezTo>
                    <a:cubicBezTo>
                      <a:pt x="2450" y="881"/>
                      <a:pt x="1723" y="536"/>
                      <a:pt x="957" y="268"/>
                    </a:cubicBezTo>
                    <a:cubicBezTo>
                      <a:pt x="651" y="153"/>
                      <a:pt x="345" y="39"/>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8"/>
              <p:cNvSpPr/>
              <p:nvPr/>
            </p:nvSpPr>
            <p:spPr>
              <a:xfrm>
                <a:off x="6376925" y="2708175"/>
                <a:ext cx="167500" cy="163675"/>
              </a:xfrm>
              <a:custGeom>
                <a:avLst/>
                <a:gdLst/>
                <a:ahLst/>
                <a:cxnLst/>
                <a:rect l="l" t="t" r="r" b="b"/>
                <a:pathLst>
                  <a:path w="6700" h="6547" extrusionOk="0">
                    <a:moveTo>
                      <a:pt x="6700" y="0"/>
                    </a:moveTo>
                    <a:cubicBezTo>
                      <a:pt x="6661" y="0"/>
                      <a:pt x="6623" y="575"/>
                      <a:pt x="6355" y="1417"/>
                    </a:cubicBezTo>
                    <a:cubicBezTo>
                      <a:pt x="6279" y="1646"/>
                      <a:pt x="6164" y="1876"/>
                      <a:pt x="6087" y="2106"/>
                    </a:cubicBezTo>
                    <a:cubicBezTo>
                      <a:pt x="5972" y="2374"/>
                      <a:pt x="5819" y="2642"/>
                      <a:pt x="5704" y="2872"/>
                    </a:cubicBezTo>
                    <a:cubicBezTo>
                      <a:pt x="5322" y="3446"/>
                      <a:pt x="4939" y="3943"/>
                      <a:pt x="4479" y="4403"/>
                    </a:cubicBezTo>
                    <a:cubicBezTo>
                      <a:pt x="3982" y="4862"/>
                      <a:pt x="3484" y="5245"/>
                      <a:pt x="2910" y="5590"/>
                    </a:cubicBezTo>
                    <a:cubicBezTo>
                      <a:pt x="2680" y="5743"/>
                      <a:pt x="2412" y="5858"/>
                      <a:pt x="2144" y="5973"/>
                    </a:cubicBezTo>
                    <a:cubicBezTo>
                      <a:pt x="1914" y="6049"/>
                      <a:pt x="1685" y="6164"/>
                      <a:pt x="1455" y="6240"/>
                    </a:cubicBezTo>
                    <a:cubicBezTo>
                      <a:pt x="574" y="6470"/>
                      <a:pt x="0" y="6508"/>
                      <a:pt x="0" y="6547"/>
                    </a:cubicBezTo>
                    <a:lnTo>
                      <a:pt x="421" y="6547"/>
                    </a:lnTo>
                    <a:cubicBezTo>
                      <a:pt x="574" y="6547"/>
                      <a:pt x="727" y="6508"/>
                      <a:pt x="881" y="6470"/>
                    </a:cubicBezTo>
                    <a:cubicBezTo>
                      <a:pt x="1110" y="6470"/>
                      <a:pt x="1302" y="6394"/>
                      <a:pt x="1493" y="6355"/>
                    </a:cubicBezTo>
                    <a:cubicBezTo>
                      <a:pt x="1761" y="6279"/>
                      <a:pt x="1991" y="6202"/>
                      <a:pt x="2221" y="6126"/>
                    </a:cubicBezTo>
                    <a:cubicBezTo>
                      <a:pt x="2489" y="6011"/>
                      <a:pt x="2756" y="5896"/>
                      <a:pt x="3024" y="5743"/>
                    </a:cubicBezTo>
                    <a:cubicBezTo>
                      <a:pt x="3599" y="5437"/>
                      <a:pt x="4135" y="5015"/>
                      <a:pt x="4594" y="4556"/>
                    </a:cubicBezTo>
                    <a:cubicBezTo>
                      <a:pt x="5092" y="4097"/>
                      <a:pt x="5475" y="3561"/>
                      <a:pt x="5819" y="2986"/>
                    </a:cubicBezTo>
                    <a:cubicBezTo>
                      <a:pt x="5972" y="2718"/>
                      <a:pt x="6087" y="2450"/>
                      <a:pt x="6202" y="2221"/>
                    </a:cubicBezTo>
                    <a:cubicBezTo>
                      <a:pt x="6317" y="1953"/>
                      <a:pt x="6393" y="1723"/>
                      <a:pt x="6470" y="1493"/>
                    </a:cubicBezTo>
                    <a:cubicBezTo>
                      <a:pt x="6547" y="1302"/>
                      <a:pt x="6585" y="1072"/>
                      <a:pt x="6623" y="881"/>
                    </a:cubicBezTo>
                    <a:cubicBezTo>
                      <a:pt x="6661" y="728"/>
                      <a:pt x="6661" y="575"/>
                      <a:pt x="6700" y="421"/>
                    </a:cubicBezTo>
                    <a:cubicBezTo>
                      <a:pt x="6700" y="268"/>
                      <a:pt x="6700" y="115"/>
                      <a:pt x="670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8"/>
              <p:cNvSpPr/>
              <p:nvPr/>
            </p:nvSpPr>
            <p:spPr>
              <a:xfrm>
                <a:off x="6302250" y="1957800"/>
                <a:ext cx="25875" cy="120625"/>
              </a:xfrm>
              <a:custGeom>
                <a:avLst/>
                <a:gdLst/>
                <a:ahLst/>
                <a:cxnLst/>
                <a:rect l="l" t="t" r="r" b="b"/>
                <a:pathLst>
                  <a:path w="1035" h="4825" extrusionOk="0">
                    <a:moveTo>
                      <a:pt x="1" y="1"/>
                    </a:moveTo>
                    <a:cubicBezTo>
                      <a:pt x="77" y="805"/>
                      <a:pt x="192" y="1609"/>
                      <a:pt x="422" y="2413"/>
                    </a:cubicBezTo>
                    <a:cubicBezTo>
                      <a:pt x="537" y="3217"/>
                      <a:pt x="767" y="4021"/>
                      <a:pt x="1035" y="4825"/>
                    </a:cubicBezTo>
                    <a:cubicBezTo>
                      <a:pt x="920" y="3982"/>
                      <a:pt x="805" y="3178"/>
                      <a:pt x="613" y="2375"/>
                    </a:cubicBezTo>
                    <a:cubicBezTo>
                      <a:pt x="460" y="1571"/>
                      <a:pt x="231" y="767"/>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8"/>
              <p:cNvSpPr/>
              <p:nvPr/>
            </p:nvSpPr>
            <p:spPr>
              <a:xfrm>
                <a:off x="7052625" y="1944400"/>
                <a:ext cx="59350" cy="103400"/>
              </a:xfrm>
              <a:custGeom>
                <a:avLst/>
                <a:gdLst/>
                <a:ahLst/>
                <a:cxnLst/>
                <a:rect l="l" t="t" r="r" b="b"/>
                <a:pathLst>
                  <a:path w="2374" h="4136" extrusionOk="0">
                    <a:moveTo>
                      <a:pt x="2336" y="1"/>
                    </a:moveTo>
                    <a:lnTo>
                      <a:pt x="2336" y="1"/>
                    </a:lnTo>
                    <a:cubicBezTo>
                      <a:pt x="2144" y="116"/>
                      <a:pt x="1953" y="269"/>
                      <a:pt x="1800" y="460"/>
                    </a:cubicBezTo>
                    <a:cubicBezTo>
                      <a:pt x="1417" y="881"/>
                      <a:pt x="1072" y="1341"/>
                      <a:pt x="804" y="1877"/>
                    </a:cubicBezTo>
                    <a:cubicBezTo>
                      <a:pt x="536" y="2375"/>
                      <a:pt x="307" y="2872"/>
                      <a:pt x="154" y="3446"/>
                    </a:cubicBezTo>
                    <a:cubicBezTo>
                      <a:pt x="77" y="3676"/>
                      <a:pt x="0" y="3906"/>
                      <a:pt x="0" y="4136"/>
                    </a:cubicBezTo>
                    <a:cubicBezTo>
                      <a:pt x="307" y="3408"/>
                      <a:pt x="613" y="2681"/>
                      <a:pt x="957" y="1953"/>
                    </a:cubicBezTo>
                    <a:cubicBezTo>
                      <a:pt x="1608" y="805"/>
                      <a:pt x="2374" y="39"/>
                      <a:pt x="23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8"/>
              <p:cNvSpPr/>
              <p:nvPr/>
            </p:nvSpPr>
            <p:spPr>
              <a:xfrm>
                <a:off x="6955000" y="2284175"/>
                <a:ext cx="301500" cy="174225"/>
              </a:xfrm>
              <a:custGeom>
                <a:avLst/>
                <a:gdLst/>
                <a:ahLst/>
                <a:cxnLst/>
                <a:rect l="l" t="t" r="r" b="b"/>
                <a:pathLst>
                  <a:path w="12060" h="6969" extrusionOk="0">
                    <a:moveTo>
                      <a:pt x="0" y="1"/>
                    </a:moveTo>
                    <a:cubicBezTo>
                      <a:pt x="154" y="39"/>
                      <a:pt x="345" y="77"/>
                      <a:pt x="536" y="115"/>
                    </a:cubicBezTo>
                    <a:cubicBezTo>
                      <a:pt x="690" y="154"/>
                      <a:pt x="919" y="192"/>
                      <a:pt x="1149" y="269"/>
                    </a:cubicBezTo>
                    <a:cubicBezTo>
                      <a:pt x="1417" y="345"/>
                      <a:pt x="1685" y="383"/>
                      <a:pt x="1991" y="498"/>
                    </a:cubicBezTo>
                    <a:cubicBezTo>
                      <a:pt x="2719" y="690"/>
                      <a:pt x="3446" y="958"/>
                      <a:pt x="4135" y="1226"/>
                    </a:cubicBezTo>
                    <a:cubicBezTo>
                      <a:pt x="5858" y="1915"/>
                      <a:pt x="7466" y="2834"/>
                      <a:pt x="8921" y="3982"/>
                    </a:cubicBezTo>
                    <a:cubicBezTo>
                      <a:pt x="9533" y="4442"/>
                      <a:pt x="10069" y="4939"/>
                      <a:pt x="10605" y="5475"/>
                    </a:cubicBezTo>
                    <a:cubicBezTo>
                      <a:pt x="10873" y="5667"/>
                      <a:pt x="11064" y="5896"/>
                      <a:pt x="11218" y="6088"/>
                    </a:cubicBezTo>
                    <a:cubicBezTo>
                      <a:pt x="11409" y="6241"/>
                      <a:pt x="11562" y="6432"/>
                      <a:pt x="11677" y="6547"/>
                    </a:cubicBezTo>
                    <a:cubicBezTo>
                      <a:pt x="11792" y="6700"/>
                      <a:pt x="11945" y="6853"/>
                      <a:pt x="12060" y="6968"/>
                    </a:cubicBezTo>
                    <a:cubicBezTo>
                      <a:pt x="11983" y="6815"/>
                      <a:pt x="11830" y="6662"/>
                      <a:pt x="11715" y="6509"/>
                    </a:cubicBezTo>
                    <a:cubicBezTo>
                      <a:pt x="11600" y="6356"/>
                      <a:pt x="11447" y="6203"/>
                      <a:pt x="11294" y="6011"/>
                    </a:cubicBezTo>
                    <a:cubicBezTo>
                      <a:pt x="11103" y="5820"/>
                      <a:pt x="10911" y="5590"/>
                      <a:pt x="10682" y="5360"/>
                    </a:cubicBezTo>
                    <a:cubicBezTo>
                      <a:pt x="10184" y="4824"/>
                      <a:pt x="9610" y="4327"/>
                      <a:pt x="8997" y="3829"/>
                    </a:cubicBezTo>
                    <a:cubicBezTo>
                      <a:pt x="8270" y="3255"/>
                      <a:pt x="7504" y="2757"/>
                      <a:pt x="6700" y="2259"/>
                    </a:cubicBezTo>
                    <a:cubicBezTo>
                      <a:pt x="5896" y="1800"/>
                      <a:pt x="5054" y="1417"/>
                      <a:pt x="4212" y="1073"/>
                    </a:cubicBezTo>
                    <a:cubicBezTo>
                      <a:pt x="3484" y="766"/>
                      <a:pt x="2757" y="537"/>
                      <a:pt x="2029" y="345"/>
                    </a:cubicBezTo>
                    <a:cubicBezTo>
                      <a:pt x="1723" y="269"/>
                      <a:pt x="1417" y="230"/>
                      <a:pt x="1187" y="154"/>
                    </a:cubicBezTo>
                    <a:cubicBezTo>
                      <a:pt x="958" y="115"/>
                      <a:pt x="728" y="77"/>
                      <a:pt x="536" y="39"/>
                    </a:cubicBezTo>
                    <a:cubicBezTo>
                      <a:pt x="345" y="1"/>
                      <a:pt x="154" y="1"/>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8"/>
              <p:cNvSpPr/>
              <p:nvPr/>
            </p:nvSpPr>
            <p:spPr>
              <a:xfrm>
                <a:off x="7040175" y="2122425"/>
                <a:ext cx="22050" cy="191450"/>
              </a:xfrm>
              <a:custGeom>
                <a:avLst/>
                <a:gdLst/>
                <a:ahLst/>
                <a:cxnLst/>
                <a:rect l="l" t="t" r="r" b="b"/>
                <a:pathLst>
                  <a:path w="882" h="7658" extrusionOk="0">
                    <a:moveTo>
                      <a:pt x="1" y="1"/>
                    </a:moveTo>
                    <a:lnTo>
                      <a:pt x="1" y="1"/>
                    </a:lnTo>
                    <a:cubicBezTo>
                      <a:pt x="39" y="1264"/>
                      <a:pt x="154" y="2527"/>
                      <a:pt x="345" y="3829"/>
                    </a:cubicBezTo>
                    <a:cubicBezTo>
                      <a:pt x="575" y="5935"/>
                      <a:pt x="843" y="7657"/>
                      <a:pt x="881" y="7657"/>
                    </a:cubicBezTo>
                    <a:cubicBezTo>
                      <a:pt x="843" y="6356"/>
                      <a:pt x="728" y="5092"/>
                      <a:pt x="537" y="3829"/>
                    </a:cubicBezTo>
                    <a:cubicBezTo>
                      <a:pt x="422" y="2527"/>
                      <a:pt x="230" y="1264"/>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8"/>
              <p:cNvSpPr/>
              <p:nvPr/>
            </p:nvSpPr>
            <p:spPr>
              <a:xfrm>
                <a:off x="6883225" y="2424875"/>
                <a:ext cx="187600" cy="267050"/>
              </a:xfrm>
              <a:custGeom>
                <a:avLst/>
                <a:gdLst/>
                <a:ahLst/>
                <a:cxnLst/>
                <a:rect l="l" t="t" r="r" b="b"/>
                <a:pathLst>
                  <a:path w="7504" h="10682" extrusionOk="0">
                    <a:moveTo>
                      <a:pt x="0" y="0"/>
                    </a:moveTo>
                    <a:lnTo>
                      <a:pt x="0" y="0"/>
                    </a:lnTo>
                    <a:cubicBezTo>
                      <a:pt x="153" y="77"/>
                      <a:pt x="306" y="153"/>
                      <a:pt x="498" y="230"/>
                    </a:cubicBezTo>
                    <a:cubicBezTo>
                      <a:pt x="919" y="421"/>
                      <a:pt x="1302" y="689"/>
                      <a:pt x="1646" y="1034"/>
                    </a:cubicBezTo>
                    <a:cubicBezTo>
                      <a:pt x="2106" y="1608"/>
                      <a:pt x="2412" y="2259"/>
                      <a:pt x="2489" y="2948"/>
                    </a:cubicBezTo>
                    <a:cubicBezTo>
                      <a:pt x="2565" y="3369"/>
                      <a:pt x="2642" y="3790"/>
                      <a:pt x="2718" y="4212"/>
                    </a:cubicBezTo>
                    <a:cubicBezTo>
                      <a:pt x="2833" y="4671"/>
                      <a:pt x="2986" y="5092"/>
                      <a:pt x="3139" y="5551"/>
                    </a:cubicBezTo>
                    <a:cubicBezTo>
                      <a:pt x="3407" y="6394"/>
                      <a:pt x="3829" y="7198"/>
                      <a:pt x="4365" y="7925"/>
                    </a:cubicBezTo>
                    <a:cubicBezTo>
                      <a:pt x="4786" y="8538"/>
                      <a:pt x="5283" y="9074"/>
                      <a:pt x="5858" y="9533"/>
                    </a:cubicBezTo>
                    <a:cubicBezTo>
                      <a:pt x="6202" y="9839"/>
                      <a:pt x="6585" y="10145"/>
                      <a:pt x="7006" y="10413"/>
                    </a:cubicBezTo>
                    <a:cubicBezTo>
                      <a:pt x="7159" y="10490"/>
                      <a:pt x="7312" y="10605"/>
                      <a:pt x="7504" y="10681"/>
                    </a:cubicBezTo>
                    <a:cubicBezTo>
                      <a:pt x="7351" y="10528"/>
                      <a:pt x="7236" y="10413"/>
                      <a:pt x="7083" y="10299"/>
                    </a:cubicBezTo>
                    <a:cubicBezTo>
                      <a:pt x="6776" y="10107"/>
                      <a:pt x="6432" y="9801"/>
                      <a:pt x="5934" y="9380"/>
                    </a:cubicBezTo>
                    <a:cubicBezTo>
                      <a:pt x="4747" y="8346"/>
                      <a:pt x="3829" y="6968"/>
                      <a:pt x="3331" y="5475"/>
                    </a:cubicBezTo>
                    <a:cubicBezTo>
                      <a:pt x="3178" y="5054"/>
                      <a:pt x="3025" y="4594"/>
                      <a:pt x="2910" y="4173"/>
                    </a:cubicBezTo>
                    <a:cubicBezTo>
                      <a:pt x="2833" y="3752"/>
                      <a:pt x="2757" y="3331"/>
                      <a:pt x="2680" y="2910"/>
                    </a:cubicBezTo>
                    <a:cubicBezTo>
                      <a:pt x="2565" y="2182"/>
                      <a:pt x="2259" y="1493"/>
                      <a:pt x="1761" y="957"/>
                    </a:cubicBezTo>
                    <a:cubicBezTo>
                      <a:pt x="1378" y="613"/>
                      <a:pt x="996" y="345"/>
                      <a:pt x="536" y="153"/>
                    </a:cubicBezTo>
                    <a:cubicBezTo>
                      <a:pt x="345" y="77"/>
                      <a:pt x="192" y="39"/>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p:nvPr/>
            </p:nvSpPr>
            <p:spPr>
              <a:xfrm>
                <a:off x="6330975" y="2689975"/>
                <a:ext cx="204850" cy="165600"/>
              </a:xfrm>
              <a:custGeom>
                <a:avLst/>
                <a:gdLst/>
                <a:ahLst/>
                <a:cxnLst/>
                <a:rect l="l" t="t" r="r" b="b"/>
                <a:pathLst>
                  <a:path w="8194" h="6624" extrusionOk="0">
                    <a:moveTo>
                      <a:pt x="4020" y="1"/>
                    </a:moveTo>
                    <a:cubicBezTo>
                      <a:pt x="4020" y="1"/>
                      <a:pt x="0" y="1724"/>
                      <a:pt x="1302" y="3829"/>
                    </a:cubicBezTo>
                    <a:cubicBezTo>
                      <a:pt x="2068" y="4901"/>
                      <a:pt x="2987" y="5858"/>
                      <a:pt x="4059" y="6624"/>
                    </a:cubicBezTo>
                    <a:cubicBezTo>
                      <a:pt x="5973" y="5552"/>
                      <a:pt x="7274" y="4403"/>
                      <a:pt x="8193" y="2298"/>
                    </a:cubicBezTo>
                    <a:lnTo>
                      <a:pt x="4020" y="1"/>
                    </a:lnTo>
                    <a:close/>
                  </a:path>
                </a:pathLst>
              </a:custGeom>
              <a:solidFill>
                <a:srgbClr val="A76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8"/>
              <p:cNvSpPr/>
              <p:nvPr/>
            </p:nvSpPr>
            <p:spPr>
              <a:xfrm>
                <a:off x="6265900" y="2150175"/>
                <a:ext cx="190475" cy="641275"/>
              </a:xfrm>
              <a:custGeom>
                <a:avLst/>
                <a:gdLst/>
                <a:ahLst/>
                <a:cxnLst/>
                <a:rect l="l" t="t" r="r" b="b"/>
                <a:pathLst>
                  <a:path w="7619" h="25651" extrusionOk="0">
                    <a:moveTo>
                      <a:pt x="0" y="24502"/>
                    </a:moveTo>
                    <a:lnTo>
                      <a:pt x="0" y="24502"/>
                    </a:lnTo>
                    <a:cubicBezTo>
                      <a:pt x="0" y="24503"/>
                      <a:pt x="91" y="24554"/>
                      <a:pt x="271" y="24650"/>
                    </a:cubicBezTo>
                    <a:lnTo>
                      <a:pt x="271" y="24650"/>
                    </a:lnTo>
                    <a:cubicBezTo>
                      <a:pt x="258" y="24639"/>
                      <a:pt x="244" y="24628"/>
                      <a:pt x="230" y="24617"/>
                    </a:cubicBezTo>
                    <a:cubicBezTo>
                      <a:pt x="153" y="24579"/>
                      <a:pt x="77" y="24541"/>
                      <a:pt x="0" y="24502"/>
                    </a:cubicBezTo>
                    <a:close/>
                    <a:moveTo>
                      <a:pt x="2986" y="1"/>
                    </a:moveTo>
                    <a:cubicBezTo>
                      <a:pt x="2948" y="77"/>
                      <a:pt x="2948" y="154"/>
                      <a:pt x="2948" y="231"/>
                    </a:cubicBezTo>
                    <a:lnTo>
                      <a:pt x="2871" y="996"/>
                    </a:lnTo>
                    <a:cubicBezTo>
                      <a:pt x="2833" y="1647"/>
                      <a:pt x="2795" y="2566"/>
                      <a:pt x="2718" y="3753"/>
                    </a:cubicBezTo>
                    <a:cubicBezTo>
                      <a:pt x="2642" y="4940"/>
                      <a:pt x="2565" y="6318"/>
                      <a:pt x="2450" y="7887"/>
                    </a:cubicBezTo>
                    <a:cubicBezTo>
                      <a:pt x="2412" y="8691"/>
                      <a:pt x="2374" y="9534"/>
                      <a:pt x="2297" y="10414"/>
                    </a:cubicBezTo>
                    <a:cubicBezTo>
                      <a:pt x="2259" y="11295"/>
                      <a:pt x="2297" y="12213"/>
                      <a:pt x="2374" y="13132"/>
                    </a:cubicBezTo>
                    <a:cubicBezTo>
                      <a:pt x="2642" y="13553"/>
                      <a:pt x="2948" y="13974"/>
                      <a:pt x="3254" y="14396"/>
                    </a:cubicBezTo>
                    <a:cubicBezTo>
                      <a:pt x="3407" y="14625"/>
                      <a:pt x="3561" y="14855"/>
                      <a:pt x="3714" y="15046"/>
                    </a:cubicBezTo>
                    <a:cubicBezTo>
                      <a:pt x="3867" y="15276"/>
                      <a:pt x="4020" y="15468"/>
                      <a:pt x="4211" y="15659"/>
                    </a:cubicBezTo>
                    <a:cubicBezTo>
                      <a:pt x="4556" y="16157"/>
                      <a:pt x="4900" y="16693"/>
                      <a:pt x="5168" y="17229"/>
                    </a:cubicBezTo>
                    <a:cubicBezTo>
                      <a:pt x="5475" y="17726"/>
                      <a:pt x="5858" y="18224"/>
                      <a:pt x="6240" y="18645"/>
                    </a:cubicBezTo>
                    <a:cubicBezTo>
                      <a:pt x="6508" y="18836"/>
                      <a:pt x="6738" y="19066"/>
                      <a:pt x="6968" y="19296"/>
                    </a:cubicBezTo>
                    <a:cubicBezTo>
                      <a:pt x="7159" y="19526"/>
                      <a:pt x="7312" y="19794"/>
                      <a:pt x="7389" y="20100"/>
                    </a:cubicBezTo>
                    <a:cubicBezTo>
                      <a:pt x="7389" y="20368"/>
                      <a:pt x="7312" y="20674"/>
                      <a:pt x="7159" y="20904"/>
                    </a:cubicBezTo>
                    <a:cubicBezTo>
                      <a:pt x="7006" y="21133"/>
                      <a:pt x="6815" y="21325"/>
                      <a:pt x="6547" y="21478"/>
                    </a:cubicBezTo>
                    <a:cubicBezTo>
                      <a:pt x="5628" y="21937"/>
                      <a:pt x="4824" y="22550"/>
                      <a:pt x="4173" y="23316"/>
                    </a:cubicBezTo>
                    <a:cubicBezTo>
                      <a:pt x="3654" y="23946"/>
                      <a:pt x="3278" y="24685"/>
                      <a:pt x="3151" y="25496"/>
                    </a:cubicBezTo>
                    <a:lnTo>
                      <a:pt x="3151" y="25496"/>
                    </a:lnTo>
                    <a:cubicBezTo>
                      <a:pt x="2355" y="25455"/>
                      <a:pt x="1523" y="25264"/>
                      <a:pt x="804" y="24924"/>
                    </a:cubicBezTo>
                    <a:cubicBezTo>
                      <a:pt x="579" y="24811"/>
                      <a:pt x="402" y="24719"/>
                      <a:pt x="271" y="24650"/>
                    </a:cubicBezTo>
                    <a:lnTo>
                      <a:pt x="271" y="24650"/>
                    </a:lnTo>
                    <a:cubicBezTo>
                      <a:pt x="449" y="24787"/>
                      <a:pt x="627" y="24894"/>
                      <a:pt x="804" y="25000"/>
                    </a:cubicBezTo>
                    <a:cubicBezTo>
                      <a:pt x="1570" y="25345"/>
                      <a:pt x="2374" y="25574"/>
                      <a:pt x="3216" y="25651"/>
                    </a:cubicBezTo>
                    <a:lnTo>
                      <a:pt x="3293" y="25651"/>
                    </a:lnTo>
                    <a:lnTo>
                      <a:pt x="3293" y="25574"/>
                    </a:lnTo>
                    <a:cubicBezTo>
                      <a:pt x="3407" y="24770"/>
                      <a:pt x="3790" y="24043"/>
                      <a:pt x="4326" y="23430"/>
                    </a:cubicBezTo>
                    <a:cubicBezTo>
                      <a:pt x="4977" y="22665"/>
                      <a:pt x="5781" y="22052"/>
                      <a:pt x="6662" y="21669"/>
                    </a:cubicBezTo>
                    <a:cubicBezTo>
                      <a:pt x="6930" y="21478"/>
                      <a:pt x="7159" y="21248"/>
                      <a:pt x="7312" y="20980"/>
                    </a:cubicBezTo>
                    <a:cubicBezTo>
                      <a:pt x="7427" y="20865"/>
                      <a:pt x="7465" y="20712"/>
                      <a:pt x="7542" y="20559"/>
                    </a:cubicBezTo>
                    <a:cubicBezTo>
                      <a:pt x="7580" y="20406"/>
                      <a:pt x="7619" y="20253"/>
                      <a:pt x="7580" y="20100"/>
                    </a:cubicBezTo>
                    <a:cubicBezTo>
                      <a:pt x="7504" y="19755"/>
                      <a:pt x="7351" y="19449"/>
                      <a:pt x="7121" y="19219"/>
                    </a:cubicBezTo>
                    <a:cubicBezTo>
                      <a:pt x="6891" y="18951"/>
                      <a:pt x="6662" y="18722"/>
                      <a:pt x="6394" y="18530"/>
                    </a:cubicBezTo>
                    <a:cubicBezTo>
                      <a:pt x="5972" y="18109"/>
                      <a:pt x="5628" y="17611"/>
                      <a:pt x="5360" y="17114"/>
                    </a:cubicBezTo>
                    <a:cubicBezTo>
                      <a:pt x="5054" y="16578"/>
                      <a:pt x="4747" y="16080"/>
                      <a:pt x="4403" y="15582"/>
                    </a:cubicBezTo>
                    <a:cubicBezTo>
                      <a:pt x="4250" y="15391"/>
                      <a:pt x="4097" y="15161"/>
                      <a:pt x="3905" y="14970"/>
                    </a:cubicBezTo>
                    <a:cubicBezTo>
                      <a:pt x="3714" y="14778"/>
                      <a:pt x="3561" y="14549"/>
                      <a:pt x="3407" y="14357"/>
                    </a:cubicBezTo>
                    <a:cubicBezTo>
                      <a:pt x="3139" y="13936"/>
                      <a:pt x="2833" y="13477"/>
                      <a:pt x="2565" y="13056"/>
                    </a:cubicBezTo>
                    <a:lnTo>
                      <a:pt x="2565" y="13132"/>
                    </a:lnTo>
                    <a:cubicBezTo>
                      <a:pt x="2489" y="12213"/>
                      <a:pt x="2450" y="11295"/>
                      <a:pt x="2489" y="10414"/>
                    </a:cubicBezTo>
                    <a:cubicBezTo>
                      <a:pt x="2527" y="9534"/>
                      <a:pt x="2565" y="8691"/>
                      <a:pt x="2603" y="7926"/>
                    </a:cubicBezTo>
                    <a:cubicBezTo>
                      <a:pt x="2680" y="6356"/>
                      <a:pt x="2757" y="4901"/>
                      <a:pt x="2833" y="3753"/>
                    </a:cubicBezTo>
                    <a:cubicBezTo>
                      <a:pt x="2871" y="2604"/>
                      <a:pt x="2910" y="1647"/>
                      <a:pt x="2948" y="996"/>
                    </a:cubicBezTo>
                    <a:cubicBezTo>
                      <a:pt x="2986" y="690"/>
                      <a:pt x="2986" y="422"/>
                      <a:pt x="2986" y="231"/>
                    </a:cubicBezTo>
                    <a:cubicBezTo>
                      <a:pt x="2986" y="154"/>
                      <a:pt x="2986" y="77"/>
                      <a:pt x="29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8"/>
              <p:cNvSpPr/>
              <p:nvPr/>
            </p:nvSpPr>
            <p:spPr>
              <a:xfrm>
                <a:off x="6804725" y="1804675"/>
                <a:ext cx="107225" cy="724550"/>
              </a:xfrm>
              <a:custGeom>
                <a:avLst/>
                <a:gdLst/>
                <a:ahLst/>
                <a:cxnLst/>
                <a:rect l="l" t="t" r="r" b="b"/>
                <a:pathLst>
                  <a:path w="4289" h="28982" extrusionOk="0">
                    <a:moveTo>
                      <a:pt x="2949" y="1"/>
                    </a:moveTo>
                    <a:cubicBezTo>
                      <a:pt x="2949" y="77"/>
                      <a:pt x="2987" y="192"/>
                      <a:pt x="2987" y="269"/>
                    </a:cubicBezTo>
                    <a:cubicBezTo>
                      <a:pt x="3064" y="498"/>
                      <a:pt x="3140" y="766"/>
                      <a:pt x="3217" y="1111"/>
                    </a:cubicBezTo>
                    <a:cubicBezTo>
                      <a:pt x="3332" y="1532"/>
                      <a:pt x="3446" y="1991"/>
                      <a:pt x="3523" y="2451"/>
                    </a:cubicBezTo>
                    <a:cubicBezTo>
                      <a:pt x="3638" y="2948"/>
                      <a:pt x="3676" y="3561"/>
                      <a:pt x="3753" y="4212"/>
                    </a:cubicBezTo>
                    <a:cubicBezTo>
                      <a:pt x="4097" y="7696"/>
                      <a:pt x="4021" y="11218"/>
                      <a:pt x="3561" y="14663"/>
                    </a:cubicBezTo>
                    <a:cubicBezTo>
                      <a:pt x="3178" y="18109"/>
                      <a:pt x="2451" y="21554"/>
                      <a:pt x="1494" y="24885"/>
                    </a:cubicBezTo>
                    <a:cubicBezTo>
                      <a:pt x="1264" y="25536"/>
                      <a:pt x="1073" y="26110"/>
                      <a:pt x="920" y="26608"/>
                    </a:cubicBezTo>
                    <a:cubicBezTo>
                      <a:pt x="728" y="27105"/>
                      <a:pt x="575" y="27565"/>
                      <a:pt x="422" y="27871"/>
                    </a:cubicBezTo>
                    <a:lnTo>
                      <a:pt x="77" y="28675"/>
                    </a:lnTo>
                    <a:cubicBezTo>
                      <a:pt x="39" y="28752"/>
                      <a:pt x="1" y="28866"/>
                      <a:pt x="1" y="28981"/>
                    </a:cubicBezTo>
                    <a:cubicBezTo>
                      <a:pt x="39" y="28866"/>
                      <a:pt x="77" y="28790"/>
                      <a:pt x="116" y="28713"/>
                    </a:cubicBezTo>
                    <a:lnTo>
                      <a:pt x="499" y="27909"/>
                    </a:lnTo>
                    <a:cubicBezTo>
                      <a:pt x="652" y="27603"/>
                      <a:pt x="805" y="27144"/>
                      <a:pt x="1035" y="26646"/>
                    </a:cubicBezTo>
                    <a:cubicBezTo>
                      <a:pt x="1226" y="26148"/>
                      <a:pt x="1417" y="25574"/>
                      <a:pt x="1609" y="24961"/>
                    </a:cubicBezTo>
                    <a:cubicBezTo>
                      <a:pt x="2642" y="21592"/>
                      <a:pt x="3370" y="18147"/>
                      <a:pt x="3791" y="14701"/>
                    </a:cubicBezTo>
                    <a:cubicBezTo>
                      <a:pt x="4212" y="11218"/>
                      <a:pt x="4289" y="7696"/>
                      <a:pt x="3906" y="4212"/>
                    </a:cubicBezTo>
                    <a:cubicBezTo>
                      <a:pt x="3829" y="3561"/>
                      <a:pt x="3753" y="2948"/>
                      <a:pt x="3638" y="2412"/>
                    </a:cubicBezTo>
                    <a:cubicBezTo>
                      <a:pt x="3561" y="1953"/>
                      <a:pt x="3446" y="1532"/>
                      <a:pt x="3332" y="1072"/>
                    </a:cubicBezTo>
                    <a:cubicBezTo>
                      <a:pt x="3217" y="728"/>
                      <a:pt x="3102" y="460"/>
                      <a:pt x="3064" y="269"/>
                    </a:cubicBezTo>
                    <a:cubicBezTo>
                      <a:pt x="3025" y="154"/>
                      <a:pt x="2987" y="77"/>
                      <a:pt x="29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8"/>
              <p:cNvSpPr/>
              <p:nvPr/>
            </p:nvSpPr>
            <p:spPr>
              <a:xfrm>
                <a:off x="6888950" y="2205625"/>
                <a:ext cx="45975" cy="108250"/>
              </a:xfrm>
              <a:custGeom>
                <a:avLst/>
                <a:gdLst/>
                <a:ahLst/>
                <a:cxnLst/>
                <a:rect l="l" t="t" r="r" b="b"/>
                <a:pathLst>
                  <a:path w="1839" h="4330" extrusionOk="0">
                    <a:moveTo>
                      <a:pt x="238" y="0"/>
                    </a:moveTo>
                    <a:cubicBezTo>
                      <a:pt x="210" y="0"/>
                      <a:pt x="182" y="1"/>
                      <a:pt x="154" y="3"/>
                    </a:cubicBezTo>
                    <a:lnTo>
                      <a:pt x="1" y="3372"/>
                    </a:lnTo>
                    <a:lnTo>
                      <a:pt x="1838" y="4329"/>
                    </a:lnTo>
                    <a:cubicBezTo>
                      <a:pt x="1571" y="3602"/>
                      <a:pt x="1417" y="2836"/>
                      <a:pt x="1417" y="2109"/>
                    </a:cubicBezTo>
                    <a:cubicBezTo>
                      <a:pt x="1417" y="1650"/>
                      <a:pt x="1379" y="1190"/>
                      <a:pt x="1226" y="731"/>
                    </a:cubicBezTo>
                    <a:cubicBezTo>
                      <a:pt x="1081" y="297"/>
                      <a:pt x="698" y="0"/>
                      <a:pt x="238" y="0"/>
                    </a:cubicBezTo>
                    <a:close/>
                  </a:path>
                </a:pathLst>
              </a:custGeom>
              <a:solidFill>
                <a:srgbClr val="A76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8"/>
              <p:cNvSpPr/>
              <p:nvPr/>
            </p:nvSpPr>
            <p:spPr>
              <a:xfrm>
                <a:off x="6711000" y="2107025"/>
                <a:ext cx="186525" cy="329450"/>
              </a:xfrm>
              <a:custGeom>
                <a:avLst/>
                <a:gdLst/>
                <a:ahLst/>
                <a:cxnLst/>
                <a:rect l="l" t="t" r="r" b="b"/>
                <a:pathLst>
                  <a:path w="7461" h="13178" extrusionOk="0">
                    <a:moveTo>
                      <a:pt x="6955" y="0"/>
                    </a:moveTo>
                    <a:cubicBezTo>
                      <a:pt x="6934" y="0"/>
                      <a:pt x="6912" y="1"/>
                      <a:pt x="6889" y="4"/>
                    </a:cubicBezTo>
                    <a:lnTo>
                      <a:pt x="649" y="1038"/>
                    </a:lnTo>
                    <a:cubicBezTo>
                      <a:pt x="419" y="1038"/>
                      <a:pt x="228" y="1268"/>
                      <a:pt x="228" y="1497"/>
                    </a:cubicBezTo>
                    <a:lnTo>
                      <a:pt x="36" y="12676"/>
                    </a:lnTo>
                    <a:cubicBezTo>
                      <a:pt x="1" y="12960"/>
                      <a:pt x="228" y="13178"/>
                      <a:pt x="506" y="13178"/>
                    </a:cubicBezTo>
                    <a:cubicBezTo>
                      <a:pt x="528" y="13178"/>
                      <a:pt x="550" y="13177"/>
                      <a:pt x="572" y="13174"/>
                    </a:cubicBezTo>
                    <a:lnTo>
                      <a:pt x="6430" y="12561"/>
                    </a:lnTo>
                    <a:cubicBezTo>
                      <a:pt x="6698" y="12561"/>
                      <a:pt x="6889" y="12331"/>
                      <a:pt x="6889" y="12102"/>
                    </a:cubicBezTo>
                    <a:lnTo>
                      <a:pt x="7425" y="540"/>
                    </a:lnTo>
                    <a:cubicBezTo>
                      <a:pt x="7461" y="221"/>
                      <a:pt x="7233" y="0"/>
                      <a:pt x="69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8"/>
              <p:cNvSpPr/>
              <p:nvPr/>
            </p:nvSpPr>
            <p:spPr>
              <a:xfrm>
                <a:off x="6794200" y="2171250"/>
                <a:ext cx="20125" cy="19525"/>
              </a:xfrm>
              <a:custGeom>
                <a:avLst/>
                <a:gdLst/>
                <a:ahLst/>
                <a:cxnLst/>
                <a:rect l="l" t="t" r="r" b="b"/>
                <a:pathLst>
                  <a:path w="805" h="781" extrusionOk="0">
                    <a:moveTo>
                      <a:pt x="460" y="0"/>
                    </a:moveTo>
                    <a:cubicBezTo>
                      <a:pt x="269" y="0"/>
                      <a:pt x="77" y="115"/>
                      <a:pt x="39" y="306"/>
                    </a:cubicBezTo>
                    <a:cubicBezTo>
                      <a:pt x="1" y="460"/>
                      <a:pt x="39" y="613"/>
                      <a:pt x="192" y="728"/>
                    </a:cubicBezTo>
                    <a:cubicBezTo>
                      <a:pt x="261" y="762"/>
                      <a:pt x="330" y="781"/>
                      <a:pt x="399" y="781"/>
                    </a:cubicBezTo>
                    <a:cubicBezTo>
                      <a:pt x="483" y="781"/>
                      <a:pt x="567" y="753"/>
                      <a:pt x="652" y="689"/>
                    </a:cubicBezTo>
                    <a:cubicBezTo>
                      <a:pt x="766" y="574"/>
                      <a:pt x="805" y="421"/>
                      <a:pt x="766" y="268"/>
                    </a:cubicBezTo>
                    <a:cubicBezTo>
                      <a:pt x="728" y="115"/>
                      <a:pt x="613" y="0"/>
                      <a:pt x="4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8"/>
              <p:cNvSpPr/>
              <p:nvPr/>
            </p:nvSpPr>
            <p:spPr>
              <a:xfrm>
                <a:off x="6739650" y="2233975"/>
                <a:ext cx="238350" cy="193800"/>
              </a:xfrm>
              <a:custGeom>
                <a:avLst/>
                <a:gdLst/>
                <a:ahLst/>
                <a:cxnLst/>
                <a:rect l="l" t="t" r="r" b="b"/>
                <a:pathLst>
                  <a:path w="9534" h="7752" extrusionOk="0">
                    <a:moveTo>
                      <a:pt x="3399" y="1"/>
                    </a:moveTo>
                    <a:cubicBezTo>
                      <a:pt x="2119" y="1"/>
                      <a:pt x="2412" y="784"/>
                      <a:pt x="2412" y="784"/>
                    </a:cubicBezTo>
                    <a:lnTo>
                      <a:pt x="5437" y="2391"/>
                    </a:lnTo>
                    <a:lnTo>
                      <a:pt x="5935" y="3272"/>
                    </a:lnTo>
                    <a:lnTo>
                      <a:pt x="5935" y="3272"/>
                    </a:lnTo>
                    <a:lnTo>
                      <a:pt x="3484" y="2621"/>
                    </a:lnTo>
                    <a:lnTo>
                      <a:pt x="1073" y="1664"/>
                    </a:lnTo>
                    <a:cubicBezTo>
                      <a:pt x="981" y="1618"/>
                      <a:pt x="883" y="1597"/>
                      <a:pt x="786" y="1597"/>
                    </a:cubicBezTo>
                    <a:cubicBezTo>
                      <a:pt x="558" y="1597"/>
                      <a:pt x="338" y="1717"/>
                      <a:pt x="230" y="1932"/>
                    </a:cubicBezTo>
                    <a:cubicBezTo>
                      <a:pt x="1" y="2277"/>
                      <a:pt x="115" y="2736"/>
                      <a:pt x="498" y="2927"/>
                    </a:cubicBezTo>
                    <a:lnTo>
                      <a:pt x="3140" y="4344"/>
                    </a:lnTo>
                    <a:lnTo>
                      <a:pt x="5169" y="5033"/>
                    </a:lnTo>
                    <a:lnTo>
                      <a:pt x="5054" y="5492"/>
                    </a:lnTo>
                    <a:lnTo>
                      <a:pt x="3752" y="5492"/>
                    </a:lnTo>
                    <a:lnTo>
                      <a:pt x="1685" y="4459"/>
                    </a:lnTo>
                    <a:cubicBezTo>
                      <a:pt x="1603" y="4412"/>
                      <a:pt x="1514" y="4390"/>
                      <a:pt x="1425" y="4390"/>
                    </a:cubicBezTo>
                    <a:cubicBezTo>
                      <a:pt x="1224" y="4390"/>
                      <a:pt x="1026" y="4502"/>
                      <a:pt x="919" y="4688"/>
                    </a:cubicBezTo>
                    <a:cubicBezTo>
                      <a:pt x="805" y="4880"/>
                      <a:pt x="843" y="5148"/>
                      <a:pt x="996" y="5339"/>
                    </a:cubicBezTo>
                    <a:lnTo>
                      <a:pt x="1226" y="5607"/>
                    </a:lnTo>
                    <a:lnTo>
                      <a:pt x="1226" y="5684"/>
                    </a:lnTo>
                    <a:cubicBezTo>
                      <a:pt x="1149" y="6105"/>
                      <a:pt x="1341" y="6488"/>
                      <a:pt x="1723" y="6718"/>
                    </a:cubicBezTo>
                    <a:lnTo>
                      <a:pt x="3523" y="7751"/>
                    </a:lnTo>
                    <a:lnTo>
                      <a:pt x="6853" y="7751"/>
                    </a:lnTo>
                    <a:cubicBezTo>
                      <a:pt x="8500" y="7100"/>
                      <a:pt x="9150" y="6450"/>
                      <a:pt x="9380" y="4880"/>
                    </a:cubicBezTo>
                    <a:cubicBezTo>
                      <a:pt x="9533" y="4076"/>
                      <a:pt x="9380" y="3195"/>
                      <a:pt x="8921" y="2506"/>
                    </a:cubicBezTo>
                    <a:lnTo>
                      <a:pt x="7083" y="1090"/>
                    </a:lnTo>
                    <a:cubicBezTo>
                      <a:pt x="7083" y="1090"/>
                      <a:pt x="3867" y="18"/>
                      <a:pt x="3752" y="18"/>
                    </a:cubicBezTo>
                    <a:cubicBezTo>
                      <a:pt x="3623" y="6"/>
                      <a:pt x="3505" y="1"/>
                      <a:pt x="3399" y="1"/>
                    </a:cubicBezTo>
                    <a:close/>
                  </a:path>
                </a:pathLst>
              </a:custGeom>
              <a:solidFill>
                <a:srgbClr val="A76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p:nvPr/>
            </p:nvSpPr>
            <p:spPr>
              <a:xfrm>
                <a:off x="6856425" y="2241100"/>
                <a:ext cx="106250" cy="55550"/>
              </a:xfrm>
              <a:custGeom>
                <a:avLst/>
                <a:gdLst/>
                <a:ahLst/>
                <a:cxnLst/>
                <a:rect l="l" t="t" r="r" b="b"/>
                <a:pathLst>
                  <a:path w="4250" h="2222" extrusionOk="0">
                    <a:moveTo>
                      <a:pt x="0" y="1"/>
                    </a:moveTo>
                    <a:lnTo>
                      <a:pt x="0" y="1"/>
                    </a:lnTo>
                    <a:cubicBezTo>
                      <a:pt x="728" y="345"/>
                      <a:pt x="1493" y="652"/>
                      <a:pt x="2297" y="843"/>
                    </a:cubicBezTo>
                    <a:lnTo>
                      <a:pt x="2412" y="920"/>
                    </a:lnTo>
                    <a:lnTo>
                      <a:pt x="2374" y="920"/>
                    </a:lnTo>
                    <a:cubicBezTo>
                      <a:pt x="2948" y="1379"/>
                      <a:pt x="3599" y="1838"/>
                      <a:pt x="4250" y="2221"/>
                    </a:cubicBezTo>
                    <a:cubicBezTo>
                      <a:pt x="3675" y="1685"/>
                      <a:pt x="3101" y="1149"/>
                      <a:pt x="2450" y="728"/>
                    </a:cubicBezTo>
                    <a:lnTo>
                      <a:pt x="2336" y="690"/>
                    </a:lnTo>
                    <a:cubicBezTo>
                      <a:pt x="1570" y="384"/>
                      <a:pt x="804" y="192"/>
                      <a:pt x="0" y="1"/>
                    </a:cubicBezTo>
                    <a:close/>
                  </a:path>
                </a:pathLst>
              </a:custGeom>
              <a:solidFill>
                <a:srgbClr val="824E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8"/>
              <p:cNvSpPr/>
              <p:nvPr/>
            </p:nvSpPr>
            <p:spPr>
              <a:xfrm>
                <a:off x="6771225" y="2377025"/>
                <a:ext cx="115850" cy="33275"/>
              </a:xfrm>
              <a:custGeom>
                <a:avLst/>
                <a:gdLst/>
                <a:ahLst/>
                <a:cxnLst/>
                <a:rect l="l" t="t" r="r" b="b"/>
                <a:pathLst>
                  <a:path w="4634" h="1331" extrusionOk="0">
                    <a:moveTo>
                      <a:pt x="1" y="0"/>
                    </a:moveTo>
                    <a:cubicBezTo>
                      <a:pt x="192" y="153"/>
                      <a:pt x="384" y="268"/>
                      <a:pt x="614" y="383"/>
                    </a:cubicBezTo>
                    <a:lnTo>
                      <a:pt x="1303" y="766"/>
                    </a:lnTo>
                    <a:cubicBezTo>
                      <a:pt x="1571" y="919"/>
                      <a:pt x="1877" y="1072"/>
                      <a:pt x="2183" y="1187"/>
                    </a:cubicBezTo>
                    <a:cubicBezTo>
                      <a:pt x="2470" y="1283"/>
                      <a:pt x="2777" y="1330"/>
                      <a:pt x="3083" y="1330"/>
                    </a:cubicBezTo>
                    <a:cubicBezTo>
                      <a:pt x="3389" y="1330"/>
                      <a:pt x="3695" y="1283"/>
                      <a:pt x="3982" y="1187"/>
                    </a:cubicBezTo>
                    <a:cubicBezTo>
                      <a:pt x="4212" y="1149"/>
                      <a:pt x="4442" y="1072"/>
                      <a:pt x="4633" y="919"/>
                    </a:cubicBezTo>
                    <a:lnTo>
                      <a:pt x="4633" y="919"/>
                    </a:lnTo>
                    <a:cubicBezTo>
                      <a:pt x="4404" y="957"/>
                      <a:pt x="4174" y="996"/>
                      <a:pt x="3944" y="1072"/>
                    </a:cubicBezTo>
                    <a:cubicBezTo>
                      <a:pt x="3692" y="1139"/>
                      <a:pt x="3441" y="1170"/>
                      <a:pt x="3192" y="1170"/>
                    </a:cubicBezTo>
                    <a:cubicBezTo>
                      <a:pt x="2874" y="1170"/>
                      <a:pt x="2561" y="1120"/>
                      <a:pt x="2260" y="1034"/>
                    </a:cubicBezTo>
                    <a:cubicBezTo>
                      <a:pt x="1953" y="919"/>
                      <a:pt x="1685" y="766"/>
                      <a:pt x="1379" y="613"/>
                    </a:cubicBezTo>
                    <a:lnTo>
                      <a:pt x="690" y="268"/>
                    </a:lnTo>
                    <a:cubicBezTo>
                      <a:pt x="460" y="153"/>
                      <a:pt x="231" y="38"/>
                      <a:pt x="1" y="0"/>
                    </a:cubicBezTo>
                    <a:close/>
                  </a:path>
                </a:pathLst>
              </a:custGeom>
              <a:solidFill>
                <a:srgbClr val="824E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6516650" y="1800850"/>
                <a:ext cx="153150" cy="719750"/>
              </a:xfrm>
              <a:custGeom>
                <a:avLst/>
                <a:gdLst/>
                <a:ahLst/>
                <a:cxnLst/>
                <a:rect l="l" t="t" r="r" b="b"/>
                <a:pathLst>
                  <a:path w="6126" h="28790" extrusionOk="0">
                    <a:moveTo>
                      <a:pt x="383" y="0"/>
                    </a:moveTo>
                    <a:cubicBezTo>
                      <a:pt x="383" y="77"/>
                      <a:pt x="345" y="192"/>
                      <a:pt x="345" y="307"/>
                    </a:cubicBezTo>
                    <a:cubicBezTo>
                      <a:pt x="307" y="498"/>
                      <a:pt x="268" y="804"/>
                      <a:pt x="230" y="1149"/>
                    </a:cubicBezTo>
                    <a:cubicBezTo>
                      <a:pt x="192" y="1340"/>
                      <a:pt x="154" y="1532"/>
                      <a:pt x="115" y="1761"/>
                    </a:cubicBezTo>
                    <a:cubicBezTo>
                      <a:pt x="115" y="1991"/>
                      <a:pt x="77" y="2259"/>
                      <a:pt x="77" y="2527"/>
                    </a:cubicBezTo>
                    <a:cubicBezTo>
                      <a:pt x="39" y="3063"/>
                      <a:pt x="39" y="3637"/>
                      <a:pt x="39" y="4326"/>
                    </a:cubicBezTo>
                    <a:cubicBezTo>
                      <a:pt x="39" y="4671"/>
                      <a:pt x="0" y="5016"/>
                      <a:pt x="39" y="5398"/>
                    </a:cubicBezTo>
                    <a:cubicBezTo>
                      <a:pt x="39" y="5743"/>
                      <a:pt x="77" y="6126"/>
                      <a:pt x="77" y="6509"/>
                    </a:cubicBezTo>
                    <a:cubicBezTo>
                      <a:pt x="115" y="7313"/>
                      <a:pt x="230" y="8155"/>
                      <a:pt x="345" y="9035"/>
                    </a:cubicBezTo>
                    <a:cubicBezTo>
                      <a:pt x="575" y="10950"/>
                      <a:pt x="919" y="12864"/>
                      <a:pt x="1379" y="14740"/>
                    </a:cubicBezTo>
                    <a:cubicBezTo>
                      <a:pt x="2183" y="18147"/>
                      <a:pt x="3216" y="21478"/>
                      <a:pt x="4441" y="24770"/>
                    </a:cubicBezTo>
                    <a:cubicBezTo>
                      <a:pt x="4939" y="26033"/>
                      <a:pt x="5360" y="27029"/>
                      <a:pt x="5628" y="27718"/>
                    </a:cubicBezTo>
                    <a:lnTo>
                      <a:pt x="6011" y="28522"/>
                    </a:lnTo>
                    <a:cubicBezTo>
                      <a:pt x="6011" y="28598"/>
                      <a:pt x="6088" y="28713"/>
                      <a:pt x="6126" y="28790"/>
                    </a:cubicBezTo>
                    <a:cubicBezTo>
                      <a:pt x="6088" y="28675"/>
                      <a:pt x="6088" y="28598"/>
                      <a:pt x="6049" y="28483"/>
                    </a:cubicBezTo>
                    <a:cubicBezTo>
                      <a:pt x="5973" y="28292"/>
                      <a:pt x="5858" y="28024"/>
                      <a:pt x="5743" y="27679"/>
                    </a:cubicBezTo>
                    <a:cubicBezTo>
                      <a:pt x="5437" y="26990"/>
                      <a:pt x="5092" y="25957"/>
                      <a:pt x="4595" y="24693"/>
                    </a:cubicBezTo>
                    <a:cubicBezTo>
                      <a:pt x="3408" y="21439"/>
                      <a:pt x="2412" y="18070"/>
                      <a:pt x="1570" y="14663"/>
                    </a:cubicBezTo>
                    <a:cubicBezTo>
                      <a:pt x="1111" y="12672"/>
                      <a:pt x="766" y="10758"/>
                      <a:pt x="536" y="8997"/>
                    </a:cubicBezTo>
                    <a:cubicBezTo>
                      <a:pt x="422" y="8117"/>
                      <a:pt x="307" y="7313"/>
                      <a:pt x="268" y="6509"/>
                    </a:cubicBezTo>
                    <a:cubicBezTo>
                      <a:pt x="268" y="6126"/>
                      <a:pt x="192" y="5743"/>
                      <a:pt x="192" y="5360"/>
                    </a:cubicBezTo>
                    <a:lnTo>
                      <a:pt x="192" y="4326"/>
                    </a:lnTo>
                    <a:cubicBezTo>
                      <a:pt x="154" y="3637"/>
                      <a:pt x="192" y="3063"/>
                      <a:pt x="230" y="2527"/>
                    </a:cubicBezTo>
                    <a:cubicBezTo>
                      <a:pt x="268" y="2259"/>
                      <a:pt x="230" y="1991"/>
                      <a:pt x="268" y="1761"/>
                    </a:cubicBezTo>
                    <a:cubicBezTo>
                      <a:pt x="268" y="1532"/>
                      <a:pt x="307" y="1340"/>
                      <a:pt x="307" y="1149"/>
                    </a:cubicBezTo>
                    <a:cubicBezTo>
                      <a:pt x="345" y="804"/>
                      <a:pt x="383" y="498"/>
                      <a:pt x="383" y="307"/>
                    </a:cubicBezTo>
                    <a:cubicBezTo>
                      <a:pt x="422" y="192"/>
                      <a:pt x="422" y="77"/>
                      <a:pt x="3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8"/>
              <p:cNvSpPr/>
              <p:nvPr/>
            </p:nvSpPr>
            <p:spPr>
              <a:xfrm>
                <a:off x="6479950" y="976725"/>
                <a:ext cx="392775" cy="279600"/>
              </a:xfrm>
              <a:custGeom>
                <a:avLst/>
                <a:gdLst/>
                <a:ahLst/>
                <a:cxnLst/>
                <a:rect l="l" t="t" r="r" b="b"/>
                <a:pathLst>
                  <a:path w="15711" h="11184" extrusionOk="0">
                    <a:moveTo>
                      <a:pt x="10637" y="0"/>
                    </a:moveTo>
                    <a:cubicBezTo>
                      <a:pt x="9547" y="0"/>
                      <a:pt x="8469" y="346"/>
                      <a:pt x="7632" y="1037"/>
                    </a:cubicBezTo>
                    <a:cubicBezTo>
                      <a:pt x="7288" y="1343"/>
                      <a:pt x="6905" y="1573"/>
                      <a:pt x="6484" y="1764"/>
                    </a:cubicBezTo>
                    <a:cubicBezTo>
                      <a:pt x="6237" y="1809"/>
                      <a:pt x="5990" y="1828"/>
                      <a:pt x="5736" y="1828"/>
                    </a:cubicBezTo>
                    <a:cubicBezTo>
                      <a:pt x="5556" y="1828"/>
                      <a:pt x="5372" y="1818"/>
                      <a:pt x="5182" y="1803"/>
                    </a:cubicBezTo>
                    <a:cubicBezTo>
                      <a:pt x="2923" y="1803"/>
                      <a:pt x="1507" y="4291"/>
                      <a:pt x="2655" y="6243"/>
                    </a:cubicBezTo>
                    <a:cubicBezTo>
                      <a:pt x="1" y="7229"/>
                      <a:pt x="689" y="11183"/>
                      <a:pt x="3531" y="11183"/>
                    </a:cubicBezTo>
                    <a:cubicBezTo>
                      <a:pt x="3558" y="11183"/>
                      <a:pt x="3585" y="11183"/>
                      <a:pt x="3612" y="11182"/>
                    </a:cubicBezTo>
                    <a:cubicBezTo>
                      <a:pt x="4340" y="11144"/>
                      <a:pt x="5029" y="10914"/>
                      <a:pt x="5680" y="10570"/>
                    </a:cubicBezTo>
                    <a:cubicBezTo>
                      <a:pt x="8398" y="9344"/>
                      <a:pt x="11269" y="8464"/>
                      <a:pt x="14217" y="7890"/>
                    </a:cubicBezTo>
                    <a:lnTo>
                      <a:pt x="14753" y="6243"/>
                    </a:lnTo>
                    <a:cubicBezTo>
                      <a:pt x="15251" y="5937"/>
                      <a:pt x="15557" y="5440"/>
                      <a:pt x="15633" y="4904"/>
                    </a:cubicBezTo>
                    <a:cubicBezTo>
                      <a:pt x="15710" y="4368"/>
                      <a:pt x="15519" y="3793"/>
                      <a:pt x="15136" y="3410"/>
                    </a:cubicBezTo>
                    <a:cubicBezTo>
                      <a:pt x="14830" y="3104"/>
                      <a:pt x="14408" y="2951"/>
                      <a:pt x="14140" y="2607"/>
                    </a:cubicBezTo>
                    <a:cubicBezTo>
                      <a:pt x="13949" y="2300"/>
                      <a:pt x="13758" y="2032"/>
                      <a:pt x="13604" y="1688"/>
                    </a:cubicBezTo>
                    <a:cubicBezTo>
                      <a:pt x="12992" y="731"/>
                      <a:pt x="11958" y="80"/>
                      <a:pt x="10810" y="3"/>
                    </a:cubicBezTo>
                    <a:cubicBezTo>
                      <a:pt x="10752" y="1"/>
                      <a:pt x="10695" y="0"/>
                      <a:pt x="106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p:nvPr/>
            </p:nvSpPr>
            <p:spPr>
              <a:xfrm>
                <a:off x="6495600" y="1101900"/>
                <a:ext cx="498675" cy="487450"/>
              </a:xfrm>
              <a:custGeom>
                <a:avLst/>
                <a:gdLst/>
                <a:ahLst/>
                <a:cxnLst/>
                <a:rect l="l" t="t" r="r" b="b"/>
                <a:pathLst>
                  <a:path w="19947" h="19498" extrusionOk="0">
                    <a:moveTo>
                      <a:pt x="11121" y="0"/>
                    </a:moveTo>
                    <a:cubicBezTo>
                      <a:pt x="10958" y="0"/>
                      <a:pt x="10798" y="4"/>
                      <a:pt x="10643" y="11"/>
                    </a:cubicBezTo>
                    <a:cubicBezTo>
                      <a:pt x="8614" y="88"/>
                      <a:pt x="6662" y="547"/>
                      <a:pt x="4862" y="1428"/>
                    </a:cubicBezTo>
                    <a:cubicBezTo>
                      <a:pt x="3599" y="1964"/>
                      <a:pt x="2527" y="2844"/>
                      <a:pt x="1800" y="3993"/>
                    </a:cubicBezTo>
                    <a:cubicBezTo>
                      <a:pt x="1149" y="5180"/>
                      <a:pt x="766" y="6290"/>
                      <a:pt x="1646" y="7285"/>
                    </a:cubicBezTo>
                    <a:cubicBezTo>
                      <a:pt x="345" y="8931"/>
                      <a:pt x="0" y="11573"/>
                      <a:pt x="39" y="13717"/>
                    </a:cubicBezTo>
                    <a:cubicBezTo>
                      <a:pt x="115" y="15823"/>
                      <a:pt x="957" y="17890"/>
                      <a:pt x="2374" y="19498"/>
                    </a:cubicBezTo>
                    <a:lnTo>
                      <a:pt x="17572" y="16512"/>
                    </a:lnTo>
                    <a:cubicBezTo>
                      <a:pt x="18874" y="15095"/>
                      <a:pt x="19372" y="13411"/>
                      <a:pt x="19678" y="11190"/>
                    </a:cubicBezTo>
                    <a:cubicBezTo>
                      <a:pt x="19946" y="8970"/>
                      <a:pt x="19142" y="7017"/>
                      <a:pt x="17113" y="5027"/>
                    </a:cubicBezTo>
                    <a:cubicBezTo>
                      <a:pt x="16271" y="4184"/>
                      <a:pt x="15237" y="3572"/>
                      <a:pt x="14089" y="3189"/>
                    </a:cubicBezTo>
                    <a:cubicBezTo>
                      <a:pt x="14625" y="2768"/>
                      <a:pt x="14854" y="2079"/>
                      <a:pt x="14663" y="1428"/>
                    </a:cubicBezTo>
                    <a:cubicBezTo>
                      <a:pt x="14490" y="353"/>
                      <a:pt x="12683" y="0"/>
                      <a:pt x="111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8"/>
              <p:cNvSpPr/>
              <p:nvPr/>
            </p:nvSpPr>
            <p:spPr>
              <a:xfrm>
                <a:off x="6888000" y="1566325"/>
                <a:ext cx="79475" cy="82325"/>
              </a:xfrm>
              <a:custGeom>
                <a:avLst/>
                <a:gdLst/>
                <a:ahLst/>
                <a:cxnLst/>
                <a:rect l="l" t="t" r="r" b="b"/>
                <a:pathLst>
                  <a:path w="3179" h="3293" extrusionOk="0">
                    <a:moveTo>
                      <a:pt x="1736" y="0"/>
                    </a:moveTo>
                    <a:cubicBezTo>
                      <a:pt x="1656" y="0"/>
                      <a:pt x="1575" y="13"/>
                      <a:pt x="1494" y="40"/>
                    </a:cubicBezTo>
                    <a:lnTo>
                      <a:pt x="1379" y="40"/>
                    </a:lnTo>
                    <a:cubicBezTo>
                      <a:pt x="1073" y="117"/>
                      <a:pt x="805" y="270"/>
                      <a:pt x="575" y="500"/>
                    </a:cubicBezTo>
                    <a:cubicBezTo>
                      <a:pt x="154" y="921"/>
                      <a:pt x="1" y="1572"/>
                      <a:pt x="154" y="2146"/>
                    </a:cubicBezTo>
                    <a:cubicBezTo>
                      <a:pt x="268" y="2875"/>
                      <a:pt x="884" y="3293"/>
                      <a:pt x="1509" y="3293"/>
                    </a:cubicBezTo>
                    <a:cubicBezTo>
                      <a:pt x="1934" y="3293"/>
                      <a:pt x="2363" y="3100"/>
                      <a:pt x="2642" y="2682"/>
                    </a:cubicBezTo>
                    <a:cubicBezTo>
                      <a:pt x="3063" y="2184"/>
                      <a:pt x="3178" y="1495"/>
                      <a:pt x="2910" y="882"/>
                    </a:cubicBezTo>
                    <a:cubicBezTo>
                      <a:pt x="2757" y="538"/>
                      <a:pt x="2489" y="270"/>
                      <a:pt x="2144" y="117"/>
                    </a:cubicBezTo>
                    <a:cubicBezTo>
                      <a:pt x="2021" y="43"/>
                      <a:pt x="1881" y="0"/>
                      <a:pt x="1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8"/>
              <p:cNvSpPr/>
              <p:nvPr/>
            </p:nvSpPr>
            <p:spPr>
              <a:xfrm>
                <a:off x="6555900" y="1250150"/>
                <a:ext cx="381900" cy="804350"/>
              </a:xfrm>
              <a:custGeom>
                <a:avLst/>
                <a:gdLst/>
                <a:ahLst/>
                <a:cxnLst/>
                <a:rect l="l" t="t" r="r" b="b"/>
                <a:pathLst>
                  <a:path w="15276" h="32174" extrusionOk="0">
                    <a:moveTo>
                      <a:pt x="10566" y="1"/>
                    </a:moveTo>
                    <a:cubicBezTo>
                      <a:pt x="10466" y="1"/>
                      <a:pt x="10364" y="6"/>
                      <a:pt x="10260" y="15"/>
                    </a:cubicBezTo>
                    <a:lnTo>
                      <a:pt x="1493" y="2121"/>
                    </a:lnTo>
                    <a:cubicBezTo>
                      <a:pt x="651" y="2198"/>
                      <a:pt x="0" y="2925"/>
                      <a:pt x="0" y="3767"/>
                    </a:cubicBezTo>
                    <a:lnTo>
                      <a:pt x="1302" y="22679"/>
                    </a:lnTo>
                    <a:lnTo>
                      <a:pt x="7312" y="32174"/>
                    </a:lnTo>
                    <a:lnTo>
                      <a:pt x="10566" y="23368"/>
                    </a:lnTo>
                    <a:lnTo>
                      <a:pt x="10528" y="20535"/>
                    </a:lnTo>
                    <a:cubicBezTo>
                      <a:pt x="10528" y="20535"/>
                      <a:pt x="14089" y="19999"/>
                      <a:pt x="14893" y="15329"/>
                    </a:cubicBezTo>
                    <a:cubicBezTo>
                      <a:pt x="15275" y="12993"/>
                      <a:pt x="15237" y="9165"/>
                      <a:pt x="15046" y="6026"/>
                    </a:cubicBezTo>
                    <a:cubicBezTo>
                      <a:pt x="14898" y="3333"/>
                      <a:pt x="13222" y="1"/>
                      <a:pt x="10566" y="1"/>
                    </a:cubicBezTo>
                    <a:close/>
                  </a:path>
                </a:pathLst>
              </a:custGeom>
              <a:solidFill>
                <a:srgbClr val="A76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8"/>
              <p:cNvSpPr/>
              <p:nvPr/>
            </p:nvSpPr>
            <p:spPr>
              <a:xfrm>
                <a:off x="6861200" y="1484900"/>
                <a:ext cx="29700" cy="28000"/>
              </a:xfrm>
              <a:custGeom>
                <a:avLst/>
                <a:gdLst/>
                <a:ahLst/>
                <a:cxnLst/>
                <a:rect l="l" t="t" r="r" b="b"/>
                <a:pathLst>
                  <a:path w="1188" h="1120" extrusionOk="0">
                    <a:moveTo>
                      <a:pt x="641" y="1"/>
                    </a:moveTo>
                    <a:cubicBezTo>
                      <a:pt x="619" y="1"/>
                      <a:pt x="597" y="2"/>
                      <a:pt x="575" y="5"/>
                    </a:cubicBezTo>
                    <a:cubicBezTo>
                      <a:pt x="230" y="5"/>
                      <a:pt x="1" y="273"/>
                      <a:pt x="1" y="617"/>
                    </a:cubicBezTo>
                    <a:cubicBezTo>
                      <a:pt x="1" y="901"/>
                      <a:pt x="231" y="1119"/>
                      <a:pt x="539" y="1119"/>
                    </a:cubicBezTo>
                    <a:cubicBezTo>
                      <a:pt x="563" y="1119"/>
                      <a:pt x="588" y="1118"/>
                      <a:pt x="613" y="1115"/>
                    </a:cubicBezTo>
                    <a:cubicBezTo>
                      <a:pt x="919" y="1115"/>
                      <a:pt x="1187" y="847"/>
                      <a:pt x="1187" y="541"/>
                    </a:cubicBezTo>
                    <a:cubicBezTo>
                      <a:pt x="1152" y="221"/>
                      <a:pt x="919" y="1"/>
                      <a:pt x="6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8"/>
              <p:cNvSpPr/>
              <p:nvPr/>
            </p:nvSpPr>
            <p:spPr>
              <a:xfrm>
                <a:off x="6849725" y="1433325"/>
                <a:ext cx="62225" cy="16575"/>
              </a:xfrm>
              <a:custGeom>
                <a:avLst/>
                <a:gdLst/>
                <a:ahLst/>
                <a:cxnLst/>
                <a:rect l="l" t="t" r="r" b="b"/>
                <a:pathLst>
                  <a:path w="2489" h="663" extrusionOk="0">
                    <a:moveTo>
                      <a:pt x="1264" y="1"/>
                    </a:moveTo>
                    <a:cubicBezTo>
                      <a:pt x="957" y="1"/>
                      <a:pt x="613" y="115"/>
                      <a:pt x="307" y="307"/>
                    </a:cubicBezTo>
                    <a:cubicBezTo>
                      <a:pt x="115" y="460"/>
                      <a:pt x="0" y="536"/>
                      <a:pt x="77" y="613"/>
                    </a:cubicBezTo>
                    <a:cubicBezTo>
                      <a:pt x="85" y="622"/>
                      <a:pt x="99" y="625"/>
                      <a:pt x="116" y="625"/>
                    </a:cubicBezTo>
                    <a:cubicBezTo>
                      <a:pt x="258" y="625"/>
                      <a:pt x="685" y="383"/>
                      <a:pt x="1264" y="383"/>
                    </a:cubicBezTo>
                    <a:cubicBezTo>
                      <a:pt x="1849" y="383"/>
                      <a:pt x="2280" y="662"/>
                      <a:pt x="2416" y="662"/>
                    </a:cubicBezTo>
                    <a:cubicBezTo>
                      <a:pt x="2431" y="662"/>
                      <a:pt x="2443" y="659"/>
                      <a:pt x="2450" y="651"/>
                    </a:cubicBezTo>
                    <a:cubicBezTo>
                      <a:pt x="2489" y="651"/>
                      <a:pt x="2412" y="498"/>
                      <a:pt x="2221" y="345"/>
                    </a:cubicBezTo>
                    <a:cubicBezTo>
                      <a:pt x="1953" y="115"/>
                      <a:pt x="1608" y="39"/>
                      <a:pt x="12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8"/>
              <p:cNvSpPr/>
              <p:nvPr/>
            </p:nvSpPr>
            <p:spPr>
              <a:xfrm>
                <a:off x="6709025" y="1484900"/>
                <a:ext cx="30650" cy="28000"/>
              </a:xfrm>
              <a:custGeom>
                <a:avLst/>
                <a:gdLst/>
                <a:ahLst/>
                <a:cxnLst/>
                <a:rect l="l" t="t" r="r" b="b"/>
                <a:pathLst>
                  <a:path w="1226" h="1120" extrusionOk="0">
                    <a:moveTo>
                      <a:pt x="679" y="1"/>
                    </a:moveTo>
                    <a:cubicBezTo>
                      <a:pt x="658" y="1"/>
                      <a:pt x="635" y="2"/>
                      <a:pt x="613" y="5"/>
                    </a:cubicBezTo>
                    <a:cubicBezTo>
                      <a:pt x="269" y="5"/>
                      <a:pt x="1" y="273"/>
                      <a:pt x="1" y="617"/>
                    </a:cubicBezTo>
                    <a:cubicBezTo>
                      <a:pt x="36" y="901"/>
                      <a:pt x="269" y="1119"/>
                      <a:pt x="546" y="1119"/>
                    </a:cubicBezTo>
                    <a:cubicBezTo>
                      <a:pt x="568" y="1119"/>
                      <a:pt x="591" y="1118"/>
                      <a:pt x="613" y="1115"/>
                    </a:cubicBezTo>
                    <a:cubicBezTo>
                      <a:pt x="958" y="1115"/>
                      <a:pt x="1226" y="847"/>
                      <a:pt x="1226" y="541"/>
                    </a:cubicBezTo>
                    <a:cubicBezTo>
                      <a:pt x="1190" y="221"/>
                      <a:pt x="957" y="1"/>
                      <a:pt x="6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8"/>
              <p:cNvSpPr/>
              <p:nvPr/>
            </p:nvSpPr>
            <p:spPr>
              <a:xfrm>
                <a:off x="6690850" y="1435050"/>
                <a:ext cx="62225" cy="16750"/>
              </a:xfrm>
              <a:custGeom>
                <a:avLst/>
                <a:gdLst/>
                <a:ahLst/>
                <a:cxnLst/>
                <a:rect l="l" t="t" r="r" b="b"/>
                <a:pathLst>
                  <a:path w="2489" h="670" extrusionOk="0">
                    <a:moveTo>
                      <a:pt x="1132" y="1"/>
                    </a:moveTo>
                    <a:cubicBezTo>
                      <a:pt x="840" y="1"/>
                      <a:pt x="573" y="109"/>
                      <a:pt x="306" y="276"/>
                    </a:cubicBezTo>
                    <a:cubicBezTo>
                      <a:pt x="115" y="429"/>
                      <a:pt x="0" y="506"/>
                      <a:pt x="77" y="621"/>
                    </a:cubicBezTo>
                    <a:cubicBezTo>
                      <a:pt x="84" y="628"/>
                      <a:pt x="96" y="632"/>
                      <a:pt x="111" y="632"/>
                    </a:cubicBezTo>
                    <a:cubicBezTo>
                      <a:pt x="247" y="632"/>
                      <a:pt x="678" y="353"/>
                      <a:pt x="1264" y="353"/>
                    </a:cubicBezTo>
                    <a:cubicBezTo>
                      <a:pt x="1850" y="387"/>
                      <a:pt x="2280" y="670"/>
                      <a:pt x="2416" y="670"/>
                    </a:cubicBezTo>
                    <a:cubicBezTo>
                      <a:pt x="2431" y="670"/>
                      <a:pt x="2443" y="667"/>
                      <a:pt x="2450" y="659"/>
                    </a:cubicBezTo>
                    <a:cubicBezTo>
                      <a:pt x="2489" y="621"/>
                      <a:pt x="2412" y="467"/>
                      <a:pt x="2221" y="314"/>
                    </a:cubicBezTo>
                    <a:cubicBezTo>
                      <a:pt x="1987" y="114"/>
                      <a:pt x="1694" y="1"/>
                      <a:pt x="1395" y="1"/>
                    </a:cubicBezTo>
                    <a:cubicBezTo>
                      <a:pt x="1351" y="1"/>
                      <a:pt x="1307" y="3"/>
                      <a:pt x="1264" y="8"/>
                    </a:cubicBezTo>
                    <a:cubicBezTo>
                      <a:pt x="1219" y="3"/>
                      <a:pt x="1175" y="1"/>
                      <a:pt x="1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8"/>
              <p:cNvSpPr/>
              <p:nvPr/>
            </p:nvSpPr>
            <p:spPr>
              <a:xfrm>
                <a:off x="6802825" y="1437150"/>
                <a:ext cx="47875" cy="135700"/>
              </a:xfrm>
              <a:custGeom>
                <a:avLst/>
                <a:gdLst/>
                <a:ahLst/>
                <a:cxnLst/>
                <a:rect l="l" t="t" r="r" b="b"/>
                <a:pathLst>
                  <a:path w="1915" h="5428" extrusionOk="0">
                    <a:moveTo>
                      <a:pt x="0" y="1"/>
                    </a:moveTo>
                    <a:lnTo>
                      <a:pt x="0" y="1"/>
                    </a:lnTo>
                    <a:cubicBezTo>
                      <a:pt x="268" y="1111"/>
                      <a:pt x="613" y="2221"/>
                      <a:pt x="1072" y="3293"/>
                    </a:cubicBezTo>
                    <a:cubicBezTo>
                      <a:pt x="1225" y="3752"/>
                      <a:pt x="1379" y="4174"/>
                      <a:pt x="1532" y="4556"/>
                    </a:cubicBezTo>
                    <a:cubicBezTo>
                      <a:pt x="1608" y="4710"/>
                      <a:pt x="1647" y="4863"/>
                      <a:pt x="1647" y="5054"/>
                    </a:cubicBezTo>
                    <a:cubicBezTo>
                      <a:pt x="1608" y="5169"/>
                      <a:pt x="1455" y="5207"/>
                      <a:pt x="1302" y="5207"/>
                    </a:cubicBezTo>
                    <a:cubicBezTo>
                      <a:pt x="957" y="5207"/>
                      <a:pt x="575" y="5284"/>
                      <a:pt x="230" y="5399"/>
                    </a:cubicBezTo>
                    <a:cubicBezTo>
                      <a:pt x="421" y="5418"/>
                      <a:pt x="603" y="5427"/>
                      <a:pt x="780" y="5427"/>
                    </a:cubicBezTo>
                    <a:cubicBezTo>
                      <a:pt x="957" y="5427"/>
                      <a:pt x="1130" y="5418"/>
                      <a:pt x="1302" y="5399"/>
                    </a:cubicBezTo>
                    <a:cubicBezTo>
                      <a:pt x="1417" y="5399"/>
                      <a:pt x="1493" y="5399"/>
                      <a:pt x="1570" y="5360"/>
                    </a:cubicBezTo>
                    <a:cubicBezTo>
                      <a:pt x="1723" y="5322"/>
                      <a:pt x="1800" y="5246"/>
                      <a:pt x="1876" y="5131"/>
                    </a:cubicBezTo>
                    <a:cubicBezTo>
                      <a:pt x="1915" y="4901"/>
                      <a:pt x="1876" y="4671"/>
                      <a:pt x="1800" y="4480"/>
                    </a:cubicBezTo>
                    <a:lnTo>
                      <a:pt x="1340" y="3216"/>
                    </a:lnTo>
                    <a:cubicBezTo>
                      <a:pt x="996" y="2106"/>
                      <a:pt x="536" y="103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8"/>
              <p:cNvSpPr/>
              <p:nvPr/>
            </p:nvSpPr>
            <p:spPr>
              <a:xfrm>
                <a:off x="6747300" y="1592200"/>
                <a:ext cx="61300" cy="48825"/>
              </a:xfrm>
              <a:custGeom>
                <a:avLst/>
                <a:gdLst/>
                <a:ahLst/>
                <a:cxnLst/>
                <a:rect l="l" t="t" r="r" b="b"/>
                <a:pathLst>
                  <a:path w="2452" h="1953" extrusionOk="0">
                    <a:moveTo>
                      <a:pt x="1073" y="1"/>
                    </a:moveTo>
                    <a:cubicBezTo>
                      <a:pt x="690" y="1"/>
                      <a:pt x="384" y="192"/>
                      <a:pt x="192" y="498"/>
                    </a:cubicBezTo>
                    <a:cubicBezTo>
                      <a:pt x="1" y="805"/>
                      <a:pt x="1" y="1226"/>
                      <a:pt x="192" y="1532"/>
                    </a:cubicBezTo>
                    <a:cubicBezTo>
                      <a:pt x="371" y="1800"/>
                      <a:pt x="666" y="1952"/>
                      <a:pt x="969" y="1952"/>
                    </a:cubicBezTo>
                    <a:cubicBezTo>
                      <a:pt x="1055" y="1952"/>
                      <a:pt x="1141" y="1940"/>
                      <a:pt x="1226" y="1915"/>
                    </a:cubicBezTo>
                    <a:cubicBezTo>
                      <a:pt x="1609" y="1800"/>
                      <a:pt x="1915" y="1609"/>
                      <a:pt x="2183" y="1341"/>
                    </a:cubicBezTo>
                    <a:cubicBezTo>
                      <a:pt x="2298" y="1264"/>
                      <a:pt x="2336" y="1187"/>
                      <a:pt x="2413" y="1111"/>
                    </a:cubicBezTo>
                    <a:cubicBezTo>
                      <a:pt x="2451" y="996"/>
                      <a:pt x="2451" y="881"/>
                      <a:pt x="2374" y="766"/>
                    </a:cubicBezTo>
                    <a:lnTo>
                      <a:pt x="2374" y="728"/>
                    </a:lnTo>
                    <a:cubicBezTo>
                      <a:pt x="2068" y="269"/>
                      <a:pt x="1571" y="1"/>
                      <a:pt x="10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8"/>
              <p:cNvSpPr/>
              <p:nvPr/>
            </p:nvSpPr>
            <p:spPr>
              <a:xfrm>
                <a:off x="6758800" y="1582625"/>
                <a:ext cx="53625" cy="46925"/>
              </a:xfrm>
              <a:custGeom>
                <a:avLst/>
                <a:gdLst/>
                <a:ahLst/>
                <a:cxnLst/>
                <a:rect l="l" t="t" r="r" b="b"/>
                <a:pathLst>
                  <a:path w="2145" h="1877" extrusionOk="0">
                    <a:moveTo>
                      <a:pt x="115" y="1"/>
                    </a:moveTo>
                    <a:cubicBezTo>
                      <a:pt x="39" y="1"/>
                      <a:pt x="0" y="154"/>
                      <a:pt x="0" y="460"/>
                    </a:cubicBezTo>
                    <a:cubicBezTo>
                      <a:pt x="39" y="843"/>
                      <a:pt x="230" y="1226"/>
                      <a:pt x="536" y="1456"/>
                    </a:cubicBezTo>
                    <a:cubicBezTo>
                      <a:pt x="843" y="1724"/>
                      <a:pt x="1264" y="1877"/>
                      <a:pt x="1646" y="1877"/>
                    </a:cubicBezTo>
                    <a:cubicBezTo>
                      <a:pt x="1953" y="1877"/>
                      <a:pt x="2144" y="1838"/>
                      <a:pt x="2144" y="1724"/>
                    </a:cubicBezTo>
                    <a:cubicBezTo>
                      <a:pt x="2144" y="1647"/>
                      <a:pt x="1379" y="1685"/>
                      <a:pt x="804" y="1188"/>
                    </a:cubicBezTo>
                    <a:cubicBezTo>
                      <a:pt x="192" y="690"/>
                      <a:pt x="192" y="1"/>
                      <a:pt x="1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8"/>
              <p:cNvSpPr/>
              <p:nvPr/>
            </p:nvSpPr>
            <p:spPr>
              <a:xfrm>
                <a:off x="6683175" y="1394700"/>
                <a:ext cx="76600" cy="21375"/>
              </a:xfrm>
              <a:custGeom>
                <a:avLst/>
                <a:gdLst/>
                <a:ahLst/>
                <a:cxnLst/>
                <a:rect l="l" t="t" r="r" b="b"/>
                <a:pathLst>
                  <a:path w="3064" h="855" extrusionOk="0">
                    <a:moveTo>
                      <a:pt x="1747" y="0"/>
                    </a:moveTo>
                    <a:cubicBezTo>
                      <a:pt x="1652" y="0"/>
                      <a:pt x="1555" y="5"/>
                      <a:pt x="1456" y="14"/>
                    </a:cubicBezTo>
                    <a:cubicBezTo>
                      <a:pt x="1073" y="52"/>
                      <a:pt x="690" y="167"/>
                      <a:pt x="384" y="397"/>
                    </a:cubicBezTo>
                    <a:cubicBezTo>
                      <a:pt x="116" y="550"/>
                      <a:pt x="1" y="703"/>
                      <a:pt x="77" y="780"/>
                    </a:cubicBezTo>
                    <a:cubicBezTo>
                      <a:pt x="99" y="834"/>
                      <a:pt x="163" y="854"/>
                      <a:pt x="261" y="854"/>
                    </a:cubicBezTo>
                    <a:cubicBezTo>
                      <a:pt x="511" y="854"/>
                      <a:pt x="982" y="720"/>
                      <a:pt x="1532" y="665"/>
                    </a:cubicBezTo>
                    <a:cubicBezTo>
                      <a:pt x="2298" y="588"/>
                      <a:pt x="2949" y="665"/>
                      <a:pt x="3025" y="512"/>
                    </a:cubicBezTo>
                    <a:cubicBezTo>
                      <a:pt x="3064" y="435"/>
                      <a:pt x="2910" y="282"/>
                      <a:pt x="2604" y="167"/>
                    </a:cubicBezTo>
                    <a:cubicBezTo>
                      <a:pt x="2341" y="50"/>
                      <a:pt x="2055" y="0"/>
                      <a:pt x="17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8"/>
              <p:cNvSpPr/>
              <p:nvPr/>
            </p:nvSpPr>
            <p:spPr>
              <a:xfrm>
                <a:off x="6849725" y="1386275"/>
                <a:ext cx="57450" cy="18150"/>
              </a:xfrm>
              <a:custGeom>
                <a:avLst/>
                <a:gdLst/>
                <a:ahLst/>
                <a:cxnLst/>
                <a:rect l="l" t="t" r="r" b="b"/>
                <a:pathLst>
                  <a:path w="2298" h="726" extrusionOk="0">
                    <a:moveTo>
                      <a:pt x="1076" y="0"/>
                    </a:moveTo>
                    <a:cubicBezTo>
                      <a:pt x="794" y="0"/>
                      <a:pt x="515" y="78"/>
                      <a:pt x="268" y="236"/>
                    </a:cubicBezTo>
                    <a:cubicBezTo>
                      <a:pt x="77" y="389"/>
                      <a:pt x="0" y="543"/>
                      <a:pt x="39" y="581"/>
                    </a:cubicBezTo>
                    <a:cubicBezTo>
                      <a:pt x="91" y="668"/>
                      <a:pt x="214" y="692"/>
                      <a:pt x="384" y="692"/>
                    </a:cubicBezTo>
                    <a:cubicBezTo>
                      <a:pt x="587" y="692"/>
                      <a:pt x="856" y="657"/>
                      <a:pt x="1149" y="657"/>
                    </a:cubicBezTo>
                    <a:cubicBezTo>
                      <a:pt x="1506" y="657"/>
                      <a:pt x="1812" y="726"/>
                      <a:pt x="2011" y="726"/>
                    </a:cubicBezTo>
                    <a:cubicBezTo>
                      <a:pt x="2110" y="726"/>
                      <a:pt x="2182" y="708"/>
                      <a:pt x="2221" y="657"/>
                    </a:cubicBezTo>
                    <a:cubicBezTo>
                      <a:pt x="2297" y="619"/>
                      <a:pt x="2221" y="466"/>
                      <a:pt x="2029" y="313"/>
                    </a:cubicBezTo>
                    <a:cubicBezTo>
                      <a:pt x="1740" y="106"/>
                      <a:pt x="1407" y="0"/>
                      <a:pt x="10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8"/>
              <p:cNvSpPr/>
              <p:nvPr/>
            </p:nvSpPr>
            <p:spPr>
              <a:xfrm>
                <a:off x="6524300" y="1254350"/>
                <a:ext cx="308225" cy="331175"/>
              </a:xfrm>
              <a:custGeom>
                <a:avLst/>
                <a:gdLst/>
                <a:ahLst/>
                <a:cxnLst/>
                <a:rect l="l" t="t" r="r" b="b"/>
                <a:pathLst>
                  <a:path w="12329" h="13247" extrusionOk="0">
                    <a:moveTo>
                      <a:pt x="10184" y="0"/>
                    </a:moveTo>
                    <a:lnTo>
                      <a:pt x="4403" y="192"/>
                    </a:lnTo>
                    <a:lnTo>
                      <a:pt x="1302" y="1876"/>
                    </a:lnTo>
                    <a:lnTo>
                      <a:pt x="1" y="5398"/>
                    </a:lnTo>
                    <a:lnTo>
                      <a:pt x="1532" y="13247"/>
                    </a:lnTo>
                    <a:cubicBezTo>
                      <a:pt x="1532" y="13247"/>
                      <a:pt x="2068" y="9150"/>
                      <a:pt x="4327" y="5934"/>
                    </a:cubicBezTo>
                    <a:cubicBezTo>
                      <a:pt x="7570" y="1322"/>
                      <a:pt x="11626" y="1187"/>
                      <a:pt x="12092" y="1187"/>
                    </a:cubicBezTo>
                    <a:cubicBezTo>
                      <a:pt x="12122" y="1187"/>
                      <a:pt x="12137" y="1187"/>
                      <a:pt x="12137" y="1187"/>
                    </a:cubicBezTo>
                    <a:lnTo>
                      <a:pt x="12328" y="1111"/>
                    </a:lnTo>
                    <a:lnTo>
                      <a:pt x="1018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8"/>
              <p:cNvSpPr/>
              <p:nvPr/>
            </p:nvSpPr>
            <p:spPr>
              <a:xfrm>
                <a:off x="6598000" y="1220850"/>
                <a:ext cx="389575" cy="228775"/>
              </a:xfrm>
              <a:custGeom>
                <a:avLst/>
                <a:gdLst/>
                <a:ahLst/>
                <a:cxnLst/>
                <a:rect l="l" t="t" r="r" b="b"/>
                <a:pathLst>
                  <a:path w="15583" h="9151" extrusionOk="0">
                    <a:moveTo>
                      <a:pt x="8078" y="1"/>
                    </a:moveTo>
                    <a:lnTo>
                      <a:pt x="1" y="1034"/>
                    </a:lnTo>
                    <a:lnTo>
                      <a:pt x="575" y="2757"/>
                    </a:lnTo>
                    <a:cubicBezTo>
                      <a:pt x="1984" y="2443"/>
                      <a:pt x="3333" y="2290"/>
                      <a:pt x="4597" y="2290"/>
                    </a:cubicBezTo>
                    <a:cubicBezTo>
                      <a:pt x="9654" y="2290"/>
                      <a:pt x="13354" y="4740"/>
                      <a:pt x="14089" y="9150"/>
                    </a:cubicBezTo>
                    <a:lnTo>
                      <a:pt x="15582" y="5552"/>
                    </a:lnTo>
                    <a:lnTo>
                      <a:pt x="12022" y="1111"/>
                    </a:lnTo>
                    <a:lnTo>
                      <a:pt x="80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8"/>
              <p:cNvSpPr/>
              <p:nvPr/>
            </p:nvSpPr>
            <p:spPr>
              <a:xfrm>
                <a:off x="6521425" y="1558350"/>
                <a:ext cx="85225" cy="88200"/>
              </a:xfrm>
              <a:custGeom>
                <a:avLst/>
                <a:gdLst/>
                <a:ahLst/>
                <a:cxnLst/>
                <a:rect l="l" t="t" r="r" b="b"/>
                <a:pathLst>
                  <a:path w="3409" h="3528" extrusionOk="0">
                    <a:moveTo>
                      <a:pt x="1781" y="0"/>
                    </a:moveTo>
                    <a:cubicBezTo>
                      <a:pt x="1724" y="0"/>
                      <a:pt x="1666" y="5"/>
                      <a:pt x="1609" y="15"/>
                    </a:cubicBezTo>
                    <a:cubicBezTo>
                      <a:pt x="1532" y="15"/>
                      <a:pt x="1456" y="53"/>
                      <a:pt x="1417" y="53"/>
                    </a:cubicBezTo>
                    <a:lnTo>
                      <a:pt x="1494" y="53"/>
                    </a:lnTo>
                    <a:cubicBezTo>
                      <a:pt x="1149" y="168"/>
                      <a:pt x="843" y="321"/>
                      <a:pt x="575" y="551"/>
                    </a:cubicBezTo>
                    <a:cubicBezTo>
                      <a:pt x="154" y="1010"/>
                      <a:pt x="1" y="1699"/>
                      <a:pt x="154" y="2273"/>
                    </a:cubicBezTo>
                    <a:cubicBezTo>
                      <a:pt x="269" y="2848"/>
                      <a:pt x="690" y="3307"/>
                      <a:pt x="1226" y="3498"/>
                    </a:cubicBezTo>
                    <a:cubicBezTo>
                      <a:pt x="1324" y="3518"/>
                      <a:pt x="1423" y="3528"/>
                      <a:pt x="1524" y="3528"/>
                    </a:cubicBezTo>
                    <a:cubicBezTo>
                      <a:pt x="2014" y="3528"/>
                      <a:pt x="2516" y="3299"/>
                      <a:pt x="2834" y="2886"/>
                    </a:cubicBezTo>
                    <a:cubicBezTo>
                      <a:pt x="3255" y="2350"/>
                      <a:pt x="3408" y="1584"/>
                      <a:pt x="3102" y="933"/>
                    </a:cubicBezTo>
                    <a:cubicBezTo>
                      <a:pt x="2949" y="589"/>
                      <a:pt x="2642" y="283"/>
                      <a:pt x="2260" y="130"/>
                    </a:cubicBezTo>
                    <a:cubicBezTo>
                      <a:pt x="2116" y="43"/>
                      <a:pt x="1951" y="0"/>
                      <a:pt x="1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8"/>
              <p:cNvSpPr/>
              <p:nvPr/>
            </p:nvSpPr>
            <p:spPr>
              <a:xfrm>
                <a:off x="6532925" y="1177375"/>
                <a:ext cx="314900" cy="109550"/>
              </a:xfrm>
              <a:custGeom>
                <a:avLst/>
                <a:gdLst/>
                <a:ahLst/>
                <a:cxnLst/>
                <a:rect l="l" t="t" r="r" b="b"/>
                <a:pathLst>
                  <a:path w="12596" h="4382" extrusionOk="0">
                    <a:moveTo>
                      <a:pt x="11034" y="1"/>
                    </a:moveTo>
                    <a:cubicBezTo>
                      <a:pt x="10893" y="1"/>
                      <a:pt x="10751" y="6"/>
                      <a:pt x="10605" y="17"/>
                    </a:cubicBezTo>
                    <a:cubicBezTo>
                      <a:pt x="8997" y="55"/>
                      <a:pt x="7389" y="400"/>
                      <a:pt x="5896" y="974"/>
                    </a:cubicBezTo>
                    <a:cubicBezTo>
                      <a:pt x="4403" y="1548"/>
                      <a:pt x="2948" y="2314"/>
                      <a:pt x="1608" y="3233"/>
                    </a:cubicBezTo>
                    <a:cubicBezTo>
                      <a:pt x="1111" y="3577"/>
                      <a:pt x="689" y="3845"/>
                      <a:pt x="421" y="4075"/>
                    </a:cubicBezTo>
                    <a:cubicBezTo>
                      <a:pt x="268" y="4151"/>
                      <a:pt x="153" y="4266"/>
                      <a:pt x="0" y="4381"/>
                    </a:cubicBezTo>
                    <a:cubicBezTo>
                      <a:pt x="192" y="4305"/>
                      <a:pt x="345" y="4228"/>
                      <a:pt x="498" y="4113"/>
                    </a:cubicBezTo>
                    <a:lnTo>
                      <a:pt x="1723" y="3347"/>
                    </a:lnTo>
                    <a:cubicBezTo>
                      <a:pt x="3063" y="2467"/>
                      <a:pt x="4480" y="1740"/>
                      <a:pt x="5973" y="1127"/>
                    </a:cubicBezTo>
                    <a:cubicBezTo>
                      <a:pt x="7466" y="591"/>
                      <a:pt x="9035" y="247"/>
                      <a:pt x="10643" y="170"/>
                    </a:cubicBezTo>
                    <a:lnTo>
                      <a:pt x="12596" y="170"/>
                    </a:lnTo>
                    <a:cubicBezTo>
                      <a:pt x="12443" y="93"/>
                      <a:pt x="12251" y="55"/>
                      <a:pt x="12060" y="55"/>
                    </a:cubicBezTo>
                    <a:cubicBezTo>
                      <a:pt x="11708" y="28"/>
                      <a:pt x="11375" y="1"/>
                      <a:pt x="110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8"/>
              <p:cNvSpPr/>
              <p:nvPr/>
            </p:nvSpPr>
            <p:spPr>
              <a:xfrm>
                <a:off x="6567375" y="1288800"/>
                <a:ext cx="227825" cy="266100"/>
              </a:xfrm>
              <a:custGeom>
                <a:avLst/>
                <a:gdLst/>
                <a:ahLst/>
                <a:cxnLst/>
                <a:rect l="l" t="t" r="r" b="b"/>
                <a:pathLst>
                  <a:path w="9113" h="10644" extrusionOk="0">
                    <a:moveTo>
                      <a:pt x="9112" y="1"/>
                    </a:moveTo>
                    <a:cubicBezTo>
                      <a:pt x="8997" y="1"/>
                      <a:pt x="8844" y="1"/>
                      <a:pt x="8691" y="39"/>
                    </a:cubicBezTo>
                    <a:cubicBezTo>
                      <a:pt x="8155" y="154"/>
                      <a:pt x="7619" y="307"/>
                      <a:pt x="7121" y="537"/>
                    </a:cubicBezTo>
                    <a:cubicBezTo>
                      <a:pt x="5552" y="1302"/>
                      <a:pt x="4135" y="2451"/>
                      <a:pt x="3102" y="3867"/>
                    </a:cubicBezTo>
                    <a:cubicBezTo>
                      <a:pt x="2489" y="4671"/>
                      <a:pt x="1991" y="5514"/>
                      <a:pt x="1570" y="6356"/>
                    </a:cubicBezTo>
                    <a:cubicBezTo>
                      <a:pt x="1187" y="7083"/>
                      <a:pt x="843" y="7811"/>
                      <a:pt x="575" y="8538"/>
                    </a:cubicBezTo>
                    <a:cubicBezTo>
                      <a:pt x="383" y="9036"/>
                      <a:pt x="192" y="9533"/>
                      <a:pt x="77" y="10069"/>
                    </a:cubicBezTo>
                    <a:cubicBezTo>
                      <a:pt x="39" y="10261"/>
                      <a:pt x="1" y="10414"/>
                      <a:pt x="1" y="10490"/>
                    </a:cubicBezTo>
                    <a:cubicBezTo>
                      <a:pt x="1" y="10567"/>
                      <a:pt x="1" y="10605"/>
                      <a:pt x="1" y="10644"/>
                    </a:cubicBezTo>
                    <a:cubicBezTo>
                      <a:pt x="39" y="10605"/>
                      <a:pt x="39" y="10567"/>
                      <a:pt x="39" y="10490"/>
                    </a:cubicBezTo>
                    <a:cubicBezTo>
                      <a:pt x="39" y="10414"/>
                      <a:pt x="115" y="10261"/>
                      <a:pt x="154" y="10069"/>
                    </a:cubicBezTo>
                    <a:cubicBezTo>
                      <a:pt x="269" y="9572"/>
                      <a:pt x="460" y="9074"/>
                      <a:pt x="651" y="8576"/>
                    </a:cubicBezTo>
                    <a:cubicBezTo>
                      <a:pt x="958" y="7849"/>
                      <a:pt x="1302" y="7121"/>
                      <a:pt x="1647" y="6394"/>
                    </a:cubicBezTo>
                    <a:cubicBezTo>
                      <a:pt x="2106" y="5552"/>
                      <a:pt x="2604" y="4710"/>
                      <a:pt x="3178" y="3944"/>
                    </a:cubicBezTo>
                    <a:cubicBezTo>
                      <a:pt x="4250" y="2527"/>
                      <a:pt x="5590" y="1379"/>
                      <a:pt x="7198" y="613"/>
                    </a:cubicBezTo>
                    <a:cubicBezTo>
                      <a:pt x="7657" y="384"/>
                      <a:pt x="8155" y="192"/>
                      <a:pt x="8691" y="77"/>
                    </a:cubicBezTo>
                    <a:cubicBezTo>
                      <a:pt x="8882" y="39"/>
                      <a:pt x="9036" y="39"/>
                      <a:pt x="91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descr="A picture containing text, font, diagram, number&#10;&#10;Description automatically generated">
            <a:extLst>
              <a:ext uri="{FF2B5EF4-FFF2-40B4-BE49-F238E27FC236}">
                <a16:creationId xmlns:a16="http://schemas.microsoft.com/office/drawing/2014/main" id="{C5AF0A7D-80F5-0F99-7355-AF9A10DA1102}"/>
              </a:ext>
            </a:extLst>
          </p:cNvPr>
          <p:cNvPicPr>
            <a:picLocks noChangeAspect="1"/>
          </p:cNvPicPr>
          <p:nvPr/>
        </p:nvPicPr>
        <p:blipFill>
          <a:blip r:embed="rId3"/>
          <a:stretch>
            <a:fillRect/>
          </a:stretch>
        </p:blipFill>
        <p:spPr>
          <a:xfrm>
            <a:off x="1578415" y="868533"/>
            <a:ext cx="6883754" cy="339107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29"/>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Gantt Chart</a:t>
            </a:r>
            <a:endParaRPr/>
          </a:p>
        </p:txBody>
      </p:sp>
      <p:pic>
        <p:nvPicPr>
          <p:cNvPr id="456" name="Google Shape;456;p29"/>
          <p:cNvPicPr preferRelativeResize="0"/>
          <p:nvPr/>
        </p:nvPicPr>
        <p:blipFill>
          <a:blip r:embed="rId3">
            <a:alphaModFix/>
          </a:blip>
          <a:stretch>
            <a:fillRect/>
          </a:stretch>
        </p:blipFill>
        <p:spPr>
          <a:xfrm>
            <a:off x="735250" y="1026300"/>
            <a:ext cx="7307670" cy="3964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0"/>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Gantt Chart</a:t>
            </a:r>
            <a:endParaRPr/>
          </a:p>
        </p:txBody>
      </p:sp>
      <p:pic>
        <p:nvPicPr>
          <p:cNvPr id="462" name="Google Shape;462;p30"/>
          <p:cNvPicPr preferRelativeResize="0"/>
          <p:nvPr/>
        </p:nvPicPr>
        <p:blipFill>
          <a:blip r:embed="rId3">
            <a:alphaModFix/>
          </a:blip>
          <a:stretch>
            <a:fillRect/>
          </a:stretch>
        </p:blipFill>
        <p:spPr>
          <a:xfrm>
            <a:off x="152400" y="1026300"/>
            <a:ext cx="8839201" cy="1504545"/>
          </a:xfrm>
          <a:prstGeom prst="rect">
            <a:avLst/>
          </a:prstGeom>
          <a:noFill/>
          <a:ln>
            <a:noFill/>
          </a:ln>
        </p:spPr>
      </p:pic>
      <p:pic>
        <p:nvPicPr>
          <p:cNvPr id="463" name="Google Shape;463;p30"/>
          <p:cNvPicPr preferRelativeResize="0"/>
          <p:nvPr/>
        </p:nvPicPr>
        <p:blipFill>
          <a:blip r:embed="rId4">
            <a:alphaModFix/>
          </a:blip>
          <a:stretch>
            <a:fillRect/>
          </a:stretch>
        </p:blipFill>
        <p:spPr>
          <a:xfrm>
            <a:off x="283525" y="2683245"/>
            <a:ext cx="8005106" cy="230785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31"/>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Gantt Chart</a:t>
            </a:r>
            <a:endParaRPr/>
          </a:p>
        </p:txBody>
      </p:sp>
      <p:pic>
        <p:nvPicPr>
          <p:cNvPr id="469" name="Google Shape;469;p31"/>
          <p:cNvPicPr preferRelativeResize="0"/>
          <p:nvPr/>
        </p:nvPicPr>
        <p:blipFill>
          <a:blip r:embed="rId3">
            <a:alphaModFix/>
          </a:blip>
          <a:stretch>
            <a:fillRect/>
          </a:stretch>
        </p:blipFill>
        <p:spPr>
          <a:xfrm>
            <a:off x="152400" y="1026300"/>
            <a:ext cx="8839201" cy="1918295"/>
          </a:xfrm>
          <a:prstGeom prst="rect">
            <a:avLst/>
          </a:prstGeom>
          <a:noFill/>
          <a:ln>
            <a:noFill/>
          </a:ln>
        </p:spPr>
      </p:pic>
      <p:pic>
        <p:nvPicPr>
          <p:cNvPr id="470" name="Google Shape;470;p31"/>
          <p:cNvPicPr preferRelativeResize="0"/>
          <p:nvPr/>
        </p:nvPicPr>
        <p:blipFill>
          <a:blip r:embed="rId4">
            <a:alphaModFix/>
          </a:blip>
          <a:stretch>
            <a:fillRect/>
          </a:stretch>
        </p:blipFill>
        <p:spPr>
          <a:xfrm>
            <a:off x="152400" y="3096995"/>
            <a:ext cx="8839201" cy="173963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2"/>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Gantt Chart</a:t>
            </a:r>
            <a:endParaRPr/>
          </a:p>
        </p:txBody>
      </p:sp>
      <p:pic>
        <p:nvPicPr>
          <p:cNvPr id="476" name="Google Shape;476;p32"/>
          <p:cNvPicPr preferRelativeResize="0"/>
          <p:nvPr/>
        </p:nvPicPr>
        <p:blipFill>
          <a:blip r:embed="rId3">
            <a:alphaModFix/>
          </a:blip>
          <a:stretch>
            <a:fillRect/>
          </a:stretch>
        </p:blipFill>
        <p:spPr>
          <a:xfrm>
            <a:off x="152400" y="1186575"/>
            <a:ext cx="8839201" cy="17208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3"/>
          <p:cNvSpPr txBox="1">
            <a:spLocks noGrp="1"/>
          </p:cNvSpPr>
          <p:nvPr>
            <p:ph type="title"/>
          </p:nvPr>
        </p:nvSpPr>
        <p:spPr>
          <a:xfrm>
            <a:off x="411475" y="301200"/>
            <a:ext cx="8320800" cy="572700"/>
          </a:xfrm>
          <a:prstGeom prst="rect">
            <a:avLst/>
          </a:prstGeom>
        </p:spPr>
        <p:txBody>
          <a:bodyPr spcFirstLastPara="1" wrap="square" lIns="91425" tIns="91425" rIns="91425" bIns="91425" anchor="ctr" anchorCtr="0">
            <a:noAutofit/>
          </a:bodyPr>
          <a:lstStyle/>
          <a:p>
            <a:pPr marL="0" lvl="0" indent="0" algn="ctr" rtl="0">
              <a:lnSpc>
                <a:spcPct val="115000"/>
              </a:lnSpc>
              <a:spcBef>
                <a:spcPts val="2400"/>
              </a:spcBef>
              <a:spcAft>
                <a:spcPts val="0"/>
              </a:spcAft>
              <a:buClr>
                <a:schemeClr val="dk1"/>
              </a:buClr>
              <a:buSzPts val="1100"/>
              <a:buFont typeface="Arial"/>
              <a:buNone/>
            </a:pPr>
            <a:r>
              <a:rPr lang="en" sz="3000" b="1">
                <a:solidFill>
                  <a:schemeClr val="lt2"/>
                </a:solidFill>
                <a:latin typeface="Times New Roman"/>
                <a:ea typeface="Times New Roman"/>
                <a:cs typeface="Times New Roman"/>
                <a:sym typeface="Times New Roman"/>
              </a:rPr>
              <a:t>References</a:t>
            </a:r>
            <a:endParaRPr sz="3000" b="1">
              <a:solidFill>
                <a:schemeClr val="lt2"/>
              </a:solidFill>
              <a:latin typeface="Times New Roman"/>
              <a:ea typeface="Times New Roman"/>
              <a:cs typeface="Times New Roman"/>
              <a:sym typeface="Times New Roman"/>
            </a:endParaRPr>
          </a:p>
          <a:p>
            <a:pPr marL="0" lvl="0" indent="0" algn="ctr" rtl="0">
              <a:spcBef>
                <a:spcPts val="600"/>
              </a:spcBef>
              <a:spcAft>
                <a:spcPts val="0"/>
              </a:spcAft>
              <a:buNone/>
            </a:pPr>
            <a:endParaRPr/>
          </a:p>
        </p:txBody>
      </p:sp>
      <p:sp>
        <p:nvSpPr>
          <p:cNvPr id="482" name="Google Shape;482;p33"/>
          <p:cNvSpPr txBox="1"/>
          <p:nvPr/>
        </p:nvSpPr>
        <p:spPr>
          <a:xfrm>
            <a:off x="12059775" y="-432275"/>
            <a:ext cx="839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Roboto"/>
              <a:ea typeface="Roboto"/>
              <a:cs typeface="Roboto"/>
              <a:sym typeface="Roboto"/>
            </a:endParaRPr>
          </a:p>
        </p:txBody>
      </p:sp>
      <p:sp>
        <p:nvSpPr>
          <p:cNvPr id="483" name="Google Shape;483;p33"/>
          <p:cNvSpPr txBox="1"/>
          <p:nvPr/>
        </p:nvSpPr>
        <p:spPr>
          <a:xfrm>
            <a:off x="510775" y="582850"/>
            <a:ext cx="8122200" cy="474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600">
                <a:latin typeface="Times New Roman"/>
                <a:ea typeface="Times New Roman"/>
                <a:cs typeface="Times New Roman"/>
                <a:sym typeface="Times New Roman"/>
              </a:rPr>
              <a:t>[1]</a:t>
            </a:r>
            <a:endParaRPr sz="16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a:latin typeface="Times New Roman"/>
                <a:ea typeface="Times New Roman"/>
                <a:cs typeface="Times New Roman"/>
                <a:sym typeface="Times New Roman"/>
              </a:rPr>
              <a:t>Kazakevich, “AI and ML in Financial Planning Apps: Applications, Cost, and Case Studies,” 2019. [Online]. Available: https://hqsoftwarelab.com/blog/ai-and-ml-in-financial-planning-apps/#applications.</a:t>
            </a:r>
            <a:endParaRPr sz="16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a:latin typeface="Times New Roman"/>
                <a:ea typeface="Times New Roman"/>
                <a:cs typeface="Times New Roman"/>
                <a:sym typeface="Times New Roman"/>
              </a:rPr>
              <a:t>[2]</a:t>
            </a:r>
            <a:endParaRPr sz="16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a:latin typeface="Times New Roman"/>
                <a:ea typeface="Times New Roman"/>
                <a:cs typeface="Times New Roman"/>
                <a:sym typeface="Times New Roman"/>
              </a:rPr>
              <a:t>“Iterative Model: Advantages, Disadvantages, and When to Use it,,” [Online]. Available: https://www.professionalqa.com/iterative-model..</a:t>
            </a:r>
            <a:endParaRPr sz="16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a:latin typeface="Times New Roman"/>
                <a:ea typeface="Times New Roman"/>
                <a:cs typeface="Times New Roman"/>
                <a:sym typeface="Times New Roman"/>
              </a:rPr>
              <a:t>[3]</a:t>
            </a:r>
            <a:endParaRPr sz="16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a:latin typeface="Times New Roman"/>
                <a:ea typeface="Times New Roman"/>
                <a:cs typeface="Times New Roman"/>
                <a:sym typeface="Times New Roman"/>
              </a:rPr>
              <a:t>“Work Breakdown Structure,” [Online]. Available: https://www.workbreakdownstructure.com/.</a:t>
            </a:r>
            <a:endParaRPr sz="16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a:latin typeface="Times New Roman"/>
                <a:ea typeface="Times New Roman"/>
                <a:cs typeface="Times New Roman"/>
                <a:sym typeface="Times New Roman"/>
              </a:rPr>
              <a:t>[4]</a:t>
            </a:r>
            <a:endParaRPr sz="1600">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1600">
                <a:latin typeface="Times New Roman"/>
                <a:ea typeface="Times New Roman"/>
                <a:cs typeface="Times New Roman"/>
                <a:sym typeface="Times New Roman"/>
              </a:rPr>
              <a:t>“smartsheet,” [Online]. Available: https://www.smartsheet.com/.</a:t>
            </a:r>
            <a:endParaRPr sz="1600">
              <a:latin typeface="Times New Roman"/>
              <a:ea typeface="Times New Roman"/>
              <a:cs typeface="Times New Roman"/>
              <a:sym typeface="Times New Roman"/>
            </a:endParaRPr>
          </a:p>
          <a:p>
            <a:pPr marL="0" lvl="0" indent="0" algn="l" rtl="0">
              <a:spcBef>
                <a:spcPts val="1200"/>
              </a:spcBef>
              <a:spcAft>
                <a:spcPts val="0"/>
              </a:spcAft>
              <a:buNone/>
            </a:pPr>
            <a:endParaRPr>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34"/>
          <p:cNvSpPr txBox="1"/>
          <p:nvPr/>
        </p:nvSpPr>
        <p:spPr>
          <a:xfrm>
            <a:off x="1806800" y="0"/>
            <a:ext cx="5080500" cy="1354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600" b="1">
                <a:solidFill>
                  <a:schemeClr val="lt2"/>
                </a:solidFill>
                <a:latin typeface="Fira Sans Extra Condensed"/>
                <a:ea typeface="Fira Sans Extra Condensed"/>
                <a:cs typeface="Fira Sans Extra Condensed"/>
                <a:sym typeface="Fira Sans Extra Condensed"/>
              </a:rPr>
              <a:t>Thanks ! </a:t>
            </a:r>
            <a:endParaRPr>
              <a:solidFill>
                <a:schemeClr val="lt2"/>
              </a:solidFill>
            </a:endParaRPr>
          </a:p>
        </p:txBody>
      </p:sp>
      <p:sp>
        <p:nvSpPr>
          <p:cNvPr id="489" name="Google Shape;489;p34"/>
          <p:cNvSpPr txBox="1"/>
          <p:nvPr/>
        </p:nvSpPr>
        <p:spPr>
          <a:xfrm>
            <a:off x="2724725" y="1354500"/>
            <a:ext cx="30000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accent1"/>
                </a:solidFill>
                <a:latin typeface="Roboto"/>
                <a:ea typeface="Roboto"/>
                <a:cs typeface="Roboto"/>
                <a:sym typeface="Roboto"/>
              </a:rPr>
              <a:t>Do you have any questions?</a:t>
            </a:r>
            <a:endParaRPr>
              <a:solidFill>
                <a:schemeClr val="accent1"/>
              </a:solidFill>
            </a:endParaRPr>
          </a:p>
        </p:txBody>
      </p:sp>
      <p:sp>
        <p:nvSpPr>
          <p:cNvPr id="490" name="Google Shape;490;p34"/>
          <p:cNvSpPr txBox="1"/>
          <p:nvPr/>
        </p:nvSpPr>
        <p:spPr>
          <a:xfrm>
            <a:off x="2724725" y="2236025"/>
            <a:ext cx="30000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Roboto"/>
                <a:ea typeface="Roboto"/>
                <a:cs typeface="Roboto"/>
                <a:sym typeface="Roboto"/>
              </a:rPr>
              <a:t>Group Members :</a:t>
            </a:r>
            <a:endParaRPr sz="2000" b="1">
              <a:solidFill>
                <a:schemeClr val="dk1"/>
              </a:solidFill>
              <a:latin typeface="Roboto"/>
              <a:ea typeface="Roboto"/>
              <a:cs typeface="Roboto"/>
              <a:sym typeface="Roboto"/>
            </a:endParaRPr>
          </a:p>
          <a:p>
            <a:pPr marL="457200" lvl="0" indent="-355600" algn="l" rtl="0">
              <a:spcBef>
                <a:spcPts val="0"/>
              </a:spcBef>
              <a:spcAft>
                <a:spcPts val="0"/>
              </a:spcAft>
              <a:buClr>
                <a:schemeClr val="dk1"/>
              </a:buClr>
              <a:buSzPts val="2000"/>
              <a:buFont typeface="Roboto"/>
              <a:buChar char="-"/>
            </a:pPr>
            <a:r>
              <a:rPr lang="en" sz="2000" b="1">
                <a:solidFill>
                  <a:schemeClr val="dk1"/>
                </a:solidFill>
                <a:latin typeface="Roboto"/>
                <a:ea typeface="Roboto"/>
                <a:cs typeface="Roboto"/>
                <a:sym typeface="Roboto"/>
              </a:rPr>
              <a:t>Monerah Almobarak</a:t>
            </a:r>
            <a:endParaRPr sz="2000" b="1">
              <a:solidFill>
                <a:schemeClr val="dk1"/>
              </a:solidFill>
              <a:latin typeface="Roboto"/>
              <a:ea typeface="Roboto"/>
              <a:cs typeface="Roboto"/>
              <a:sym typeface="Roboto"/>
            </a:endParaRPr>
          </a:p>
          <a:p>
            <a:pPr marL="457200" lvl="0" indent="-355600" algn="l" rtl="0">
              <a:spcBef>
                <a:spcPts val="0"/>
              </a:spcBef>
              <a:spcAft>
                <a:spcPts val="0"/>
              </a:spcAft>
              <a:buClr>
                <a:schemeClr val="dk1"/>
              </a:buClr>
              <a:buSzPts val="2000"/>
              <a:buFont typeface="Roboto"/>
              <a:buChar char="-"/>
            </a:pPr>
            <a:r>
              <a:rPr lang="en" sz="2000" b="1">
                <a:solidFill>
                  <a:schemeClr val="dk1"/>
                </a:solidFill>
                <a:latin typeface="Roboto"/>
                <a:ea typeface="Roboto"/>
                <a:cs typeface="Roboto"/>
                <a:sym typeface="Roboto"/>
              </a:rPr>
              <a:t>Sarah Aljuhani</a:t>
            </a:r>
            <a:endParaRPr sz="2000" b="1">
              <a:solidFill>
                <a:schemeClr val="dk1"/>
              </a:solidFill>
              <a:latin typeface="Roboto"/>
              <a:ea typeface="Roboto"/>
              <a:cs typeface="Roboto"/>
              <a:sym typeface="Roboto"/>
            </a:endParaRPr>
          </a:p>
          <a:p>
            <a:pPr marL="457200" lvl="0" indent="-355600" algn="l" rtl="0">
              <a:spcBef>
                <a:spcPts val="0"/>
              </a:spcBef>
              <a:spcAft>
                <a:spcPts val="0"/>
              </a:spcAft>
              <a:buClr>
                <a:schemeClr val="dk1"/>
              </a:buClr>
              <a:buSzPts val="2000"/>
              <a:buFont typeface="Roboto"/>
              <a:buChar char="-"/>
            </a:pPr>
            <a:r>
              <a:rPr lang="en" sz="2000" b="1">
                <a:solidFill>
                  <a:schemeClr val="dk1"/>
                </a:solidFill>
                <a:latin typeface="Roboto"/>
                <a:ea typeface="Roboto"/>
                <a:cs typeface="Roboto"/>
                <a:sym typeface="Roboto"/>
              </a:rPr>
              <a:t>Sarah Altaweel</a:t>
            </a:r>
            <a:endParaRPr sz="2000" b="1">
              <a:solidFill>
                <a:schemeClr val="dk1"/>
              </a:solidFill>
              <a:latin typeface="Roboto"/>
              <a:ea typeface="Roboto"/>
              <a:cs typeface="Roboto"/>
              <a:sym typeface="Roboto"/>
            </a:endParaRPr>
          </a:p>
          <a:p>
            <a:pPr marL="457200" lvl="0" indent="-355600" algn="l" rtl="0">
              <a:spcBef>
                <a:spcPts val="0"/>
              </a:spcBef>
              <a:spcAft>
                <a:spcPts val="0"/>
              </a:spcAft>
              <a:buClr>
                <a:schemeClr val="dk1"/>
              </a:buClr>
              <a:buSzPts val="2000"/>
              <a:buFont typeface="Roboto"/>
              <a:buChar char="-"/>
            </a:pPr>
            <a:r>
              <a:rPr lang="en" sz="2000" b="1">
                <a:solidFill>
                  <a:schemeClr val="dk1"/>
                </a:solidFill>
                <a:latin typeface="Roboto"/>
                <a:ea typeface="Roboto"/>
                <a:cs typeface="Roboto"/>
                <a:sym typeface="Roboto"/>
              </a:rPr>
              <a:t>Nada Alotaibi</a:t>
            </a:r>
            <a:endParaRPr sz="2000" b="1">
              <a:solidFill>
                <a:schemeClr val="dk1"/>
              </a:solidFill>
              <a:latin typeface="Roboto"/>
              <a:ea typeface="Roboto"/>
              <a:cs typeface="Roboto"/>
              <a:sym typeface="Roboto"/>
            </a:endParaRPr>
          </a:p>
        </p:txBody>
      </p:sp>
      <p:grpSp>
        <p:nvGrpSpPr>
          <p:cNvPr id="491" name="Google Shape;491;p34"/>
          <p:cNvGrpSpPr/>
          <p:nvPr/>
        </p:nvGrpSpPr>
        <p:grpSpPr>
          <a:xfrm>
            <a:off x="6090780" y="1714488"/>
            <a:ext cx="2596018" cy="2973900"/>
            <a:chOff x="6090780" y="1714488"/>
            <a:chExt cx="2596018" cy="2973900"/>
          </a:xfrm>
        </p:grpSpPr>
        <p:grpSp>
          <p:nvGrpSpPr>
            <p:cNvPr id="492" name="Google Shape;492;p34"/>
            <p:cNvGrpSpPr/>
            <p:nvPr/>
          </p:nvGrpSpPr>
          <p:grpSpPr>
            <a:xfrm>
              <a:off x="7110050" y="1714488"/>
              <a:ext cx="1576747" cy="2973900"/>
              <a:chOff x="7110050" y="1714488"/>
              <a:chExt cx="1576747" cy="2973900"/>
            </a:xfrm>
          </p:grpSpPr>
          <p:grpSp>
            <p:nvGrpSpPr>
              <p:cNvPr id="493" name="Google Shape;493;p34"/>
              <p:cNvGrpSpPr/>
              <p:nvPr/>
            </p:nvGrpSpPr>
            <p:grpSpPr>
              <a:xfrm>
                <a:off x="7110050" y="1714488"/>
                <a:ext cx="1576747" cy="2973900"/>
                <a:chOff x="457200" y="1714488"/>
                <a:chExt cx="1576747" cy="2973900"/>
              </a:xfrm>
            </p:grpSpPr>
            <p:grpSp>
              <p:nvGrpSpPr>
                <p:cNvPr id="494" name="Google Shape;494;p34"/>
                <p:cNvGrpSpPr/>
                <p:nvPr/>
              </p:nvGrpSpPr>
              <p:grpSpPr>
                <a:xfrm>
                  <a:off x="1866532" y="1982613"/>
                  <a:ext cx="167416" cy="450025"/>
                  <a:chOff x="-1026400" y="1982650"/>
                  <a:chExt cx="1383600" cy="450025"/>
                </a:xfrm>
              </p:grpSpPr>
              <p:sp>
                <p:nvSpPr>
                  <p:cNvPr id="495" name="Google Shape;495;p34"/>
                  <p:cNvSpPr/>
                  <p:nvPr/>
                </p:nvSpPr>
                <p:spPr>
                  <a:xfrm>
                    <a:off x="-1026400" y="1982650"/>
                    <a:ext cx="1383600" cy="208500"/>
                  </a:xfrm>
                  <a:prstGeom prst="roundRect">
                    <a:avLst>
                      <a:gd name="adj" fmla="val 920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4"/>
                  <p:cNvSpPr/>
                  <p:nvPr/>
                </p:nvSpPr>
                <p:spPr>
                  <a:xfrm>
                    <a:off x="-1026400" y="2224175"/>
                    <a:ext cx="1383600" cy="208500"/>
                  </a:xfrm>
                  <a:prstGeom prst="roundRect">
                    <a:avLst>
                      <a:gd name="adj" fmla="val 920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7" name="Google Shape;497;p34"/>
                <p:cNvSpPr/>
                <p:nvPr/>
              </p:nvSpPr>
              <p:spPr>
                <a:xfrm>
                  <a:off x="457200" y="1714488"/>
                  <a:ext cx="1527900" cy="2973900"/>
                </a:xfrm>
                <a:prstGeom prst="roundRect">
                  <a:avLst>
                    <a:gd name="adj" fmla="val 920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34"/>
              <p:cNvSpPr/>
              <p:nvPr/>
            </p:nvSpPr>
            <p:spPr>
              <a:xfrm>
                <a:off x="7182200" y="1794738"/>
                <a:ext cx="1383600" cy="2813400"/>
              </a:xfrm>
              <a:prstGeom prst="roundRect">
                <a:avLst>
                  <a:gd name="adj" fmla="val 6113"/>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9" name="Google Shape;499;p34"/>
            <p:cNvSpPr/>
            <p:nvPr/>
          </p:nvSpPr>
          <p:spPr>
            <a:xfrm>
              <a:off x="7580150" y="2189500"/>
              <a:ext cx="587700" cy="587700"/>
            </a:xfrm>
            <a:prstGeom prst="roundRect">
              <a:avLst>
                <a:gd name="adj" fmla="val 16667"/>
              </a:avLst>
            </a:prstGeom>
            <a:solidFill>
              <a:schemeClr val="accent4"/>
            </a:solidFill>
            <a:ln>
              <a:noFill/>
            </a:ln>
          </p:spPr>
          <p:txBody>
            <a:bodyPr spcFirstLastPara="1" wrap="square" lIns="91425" tIns="91425" rIns="91425" bIns="100575" anchor="ctr" anchorCtr="0">
              <a:noAutofit/>
            </a:bodyPr>
            <a:lstStyle/>
            <a:p>
              <a:pPr marL="0" lvl="0" indent="0" algn="ctr" rtl="0">
                <a:spcBef>
                  <a:spcPts val="0"/>
                </a:spcBef>
                <a:spcAft>
                  <a:spcPts val="0"/>
                </a:spcAft>
                <a:buNone/>
              </a:pPr>
              <a:endParaRPr sz="2600">
                <a:solidFill>
                  <a:schemeClr val="lt1"/>
                </a:solidFill>
                <a:latin typeface="Fira Sans Extra Condensed SemiBold"/>
                <a:ea typeface="Fira Sans Extra Condensed SemiBold"/>
                <a:cs typeface="Fira Sans Extra Condensed SemiBold"/>
                <a:sym typeface="Fira Sans Extra Condensed SemiBold"/>
              </a:endParaRPr>
            </a:p>
          </p:txBody>
        </p:sp>
        <p:grpSp>
          <p:nvGrpSpPr>
            <p:cNvPr id="500" name="Google Shape;500;p34"/>
            <p:cNvGrpSpPr/>
            <p:nvPr/>
          </p:nvGrpSpPr>
          <p:grpSpPr>
            <a:xfrm>
              <a:off x="6090780" y="3080903"/>
              <a:ext cx="1836770" cy="1132472"/>
              <a:chOff x="6090780" y="3080903"/>
              <a:chExt cx="1836770" cy="1132472"/>
            </a:xfrm>
          </p:grpSpPr>
          <p:sp>
            <p:nvSpPr>
              <p:cNvPr id="501" name="Google Shape;501;p34"/>
              <p:cNvSpPr/>
              <p:nvPr/>
            </p:nvSpPr>
            <p:spPr>
              <a:xfrm>
                <a:off x="7820450" y="3378175"/>
                <a:ext cx="107100" cy="83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2" name="Google Shape;502;p34"/>
              <p:cNvGrpSpPr/>
              <p:nvPr/>
            </p:nvGrpSpPr>
            <p:grpSpPr>
              <a:xfrm>
                <a:off x="6090780" y="3080903"/>
                <a:ext cx="1784630" cy="1039622"/>
                <a:chOff x="6853019" y="3390478"/>
                <a:chExt cx="1953832" cy="1126107"/>
              </a:xfrm>
            </p:grpSpPr>
            <p:sp>
              <p:nvSpPr>
                <p:cNvPr id="503" name="Google Shape;503;p34"/>
                <p:cNvSpPr/>
                <p:nvPr/>
              </p:nvSpPr>
              <p:spPr>
                <a:xfrm>
                  <a:off x="7601718" y="3390478"/>
                  <a:ext cx="1205132" cy="1065672"/>
                </a:xfrm>
                <a:custGeom>
                  <a:avLst/>
                  <a:gdLst/>
                  <a:ahLst/>
                  <a:cxnLst/>
                  <a:rect l="l" t="t" r="r" b="b"/>
                  <a:pathLst>
                    <a:path w="74679" h="66037" extrusionOk="0">
                      <a:moveTo>
                        <a:pt x="1440" y="3025"/>
                      </a:moveTo>
                      <a:cubicBezTo>
                        <a:pt x="1398" y="3151"/>
                        <a:pt x="1356" y="3253"/>
                        <a:pt x="1300" y="3359"/>
                      </a:cubicBezTo>
                      <a:lnTo>
                        <a:pt x="1300" y="3359"/>
                      </a:lnTo>
                      <a:cubicBezTo>
                        <a:pt x="1347" y="3252"/>
                        <a:pt x="1394" y="3142"/>
                        <a:pt x="1440" y="3025"/>
                      </a:cubicBezTo>
                      <a:close/>
                      <a:moveTo>
                        <a:pt x="6770" y="0"/>
                      </a:moveTo>
                      <a:cubicBezTo>
                        <a:pt x="6265" y="144"/>
                        <a:pt x="5761" y="288"/>
                        <a:pt x="5329" y="360"/>
                      </a:cubicBezTo>
                      <a:lnTo>
                        <a:pt x="5041" y="432"/>
                      </a:lnTo>
                      <a:cubicBezTo>
                        <a:pt x="4321" y="720"/>
                        <a:pt x="3745" y="1152"/>
                        <a:pt x="3025" y="1368"/>
                      </a:cubicBezTo>
                      <a:lnTo>
                        <a:pt x="2881" y="1440"/>
                      </a:lnTo>
                      <a:cubicBezTo>
                        <a:pt x="2665" y="1656"/>
                        <a:pt x="2449" y="1872"/>
                        <a:pt x="2161" y="2088"/>
                      </a:cubicBezTo>
                      <a:lnTo>
                        <a:pt x="1945" y="2232"/>
                      </a:lnTo>
                      <a:cubicBezTo>
                        <a:pt x="1729" y="2520"/>
                        <a:pt x="1585" y="2881"/>
                        <a:pt x="1440" y="3025"/>
                      </a:cubicBezTo>
                      <a:cubicBezTo>
                        <a:pt x="1440" y="3025"/>
                        <a:pt x="1440" y="3025"/>
                        <a:pt x="1440" y="3025"/>
                      </a:cubicBezTo>
                      <a:lnTo>
                        <a:pt x="1440" y="3025"/>
                      </a:lnTo>
                      <a:lnTo>
                        <a:pt x="1152" y="3601"/>
                      </a:lnTo>
                      <a:cubicBezTo>
                        <a:pt x="1212" y="3511"/>
                        <a:pt x="1260" y="3434"/>
                        <a:pt x="1300" y="3359"/>
                      </a:cubicBezTo>
                      <a:lnTo>
                        <a:pt x="1300" y="3359"/>
                      </a:lnTo>
                      <a:cubicBezTo>
                        <a:pt x="1203" y="3580"/>
                        <a:pt x="1106" y="3790"/>
                        <a:pt x="1008" y="4033"/>
                      </a:cubicBezTo>
                      <a:cubicBezTo>
                        <a:pt x="792" y="4465"/>
                        <a:pt x="648" y="4897"/>
                        <a:pt x="504" y="5473"/>
                      </a:cubicBezTo>
                      <a:cubicBezTo>
                        <a:pt x="432" y="5617"/>
                        <a:pt x="288" y="6121"/>
                        <a:pt x="288" y="6193"/>
                      </a:cubicBezTo>
                      <a:cubicBezTo>
                        <a:pt x="216" y="6697"/>
                        <a:pt x="72" y="7129"/>
                        <a:pt x="0" y="7633"/>
                      </a:cubicBezTo>
                      <a:cubicBezTo>
                        <a:pt x="648" y="17787"/>
                        <a:pt x="21892" y="24197"/>
                        <a:pt x="21892" y="24197"/>
                      </a:cubicBezTo>
                      <a:cubicBezTo>
                        <a:pt x="36295" y="30534"/>
                        <a:pt x="14691" y="40400"/>
                        <a:pt x="14691" y="40400"/>
                      </a:cubicBezTo>
                      <a:cubicBezTo>
                        <a:pt x="5617" y="54730"/>
                        <a:pt x="18220" y="64092"/>
                        <a:pt x="18220" y="64092"/>
                      </a:cubicBezTo>
                      <a:cubicBezTo>
                        <a:pt x="18220" y="64092"/>
                        <a:pt x="54088" y="59142"/>
                        <a:pt x="61025" y="59142"/>
                      </a:cubicBezTo>
                      <a:cubicBezTo>
                        <a:pt x="61431" y="59142"/>
                        <a:pt x="61737" y="59159"/>
                        <a:pt x="61932" y="59195"/>
                      </a:cubicBezTo>
                      <a:cubicBezTo>
                        <a:pt x="63588" y="59555"/>
                        <a:pt x="69205" y="62724"/>
                        <a:pt x="74678" y="66036"/>
                      </a:cubicBezTo>
                      <a:lnTo>
                        <a:pt x="74678" y="31326"/>
                      </a:lnTo>
                      <a:cubicBezTo>
                        <a:pt x="73886" y="29886"/>
                        <a:pt x="73238" y="28517"/>
                        <a:pt x="72518" y="27293"/>
                      </a:cubicBezTo>
                      <a:cubicBezTo>
                        <a:pt x="65173" y="14259"/>
                        <a:pt x="34207" y="9722"/>
                        <a:pt x="34207" y="9722"/>
                      </a:cubicBezTo>
                      <a:cubicBezTo>
                        <a:pt x="19804" y="2809"/>
                        <a:pt x="11594" y="432"/>
                        <a:pt x="6914" y="0"/>
                      </a:cubicBezTo>
                      <a:close/>
                    </a:path>
                  </a:pathLst>
                </a:custGeom>
                <a:solidFill>
                  <a:srgbClr val="BD7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4"/>
                <p:cNvSpPr/>
                <p:nvPr/>
              </p:nvSpPr>
              <p:spPr>
                <a:xfrm>
                  <a:off x="6853019" y="3950417"/>
                  <a:ext cx="1135693" cy="566168"/>
                </a:xfrm>
                <a:custGeom>
                  <a:avLst/>
                  <a:gdLst/>
                  <a:ahLst/>
                  <a:cxnLst/>
                  <a:rect l="l" t="t" r="r" b="b"/>
                  <a:pathLst>
                    <a:path w="70376" h="35084" extrusionOk="0">
                      <a:moveTo>
                        <a:pt x="3990" y="1"/>
                      </a:moveTo>
                      <a:cubicBezTo>
                        <a:pt x="1" y="1"/>
                        <a:pt x="955" y="4837"/>
                        <a:pt x="955" y="4837"/>
                      </a:cubicBezTo>
                      <a:cubicBezTo>
                        <a:pt x="3256" y="9943"/>
                        <a:pt x="28392" y="35083"/>
                        <a:pt x="32336" y="35083"/>
                      </a:cubicBezTo>
                      <a:cubicBezTo>
                        <a:pt x="32341" y="35083"/>
                        <a:pt x="32347" y="35083"/>
                        <a:pt x="32353" y="35083"/>
                      </a:cubicBezTo>
                      <a:cubicBezTo>
                        <a:pt x="36241" y="34939"/>
                        <a:pt x="65551" y="29106"/>
                        <a:pt x="65551" y="29106"/>
                      </a:cubicBezTo>
                      <a:cubicBezTo>
                        <a:pt x="70376" y="26585"/>
                        <a:pt x="61086" y="17728"/>
                        <a:pt x="61086" y="17728"/>
                      </a:cubicBezTo>
                      <a:lnTo>
                        <a:pt x="31776" y="20248"/>
                      </a:lnTo>
                      <a:cubicBezTo>
                        <a:pt x="31776" y="20248"/>
                        <a:pt x="8732" y="301"/>
                        <a:pt x="4339" y="13"/>
                      </a:cubicBezTo>
                      <a:cubicBezTo>
                        <a:pt x="4219" y="5"/>
                        <a:pt x="4103" y="1"/>
                        <a:pt x="3990" y="1"/>
                      </a:cubicBezTo>
                      <a:close/>
                    </a:path>
                  </a:pathLst>
                </a:custGeom>
                <a:solidFill>
                  <a:srgbClr val="BD7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4"/>
                <p:cNvSpPr/>
                <p:nvPr/>
              </p:nvSpPr>
              <p:spPr>
                <a:xfrm>
                  <a:off x="6898139" y="3749456"/>
                  <a:ext cx="1137064" cy="566071"/>
                </a:xfrm>
                <a:custGeom>
                  <a:avLst/>
                  <a:gdLst/>
                  <a:ahLst/>
                  <a:cxnLst/>
                  <a:rect l="l" t="t" r="r" b="b"/>
                  <a:pathLst>
                    <a:path w="70461" h="35078" extrusionOk="0">
                      <a:moveTo>
                        <a:pt x="4082" y="0"/>
                      </a:moveTo>
                      <a:cubicBezTo>
                        <a:pt x="1" y="0"/>
                        <a:pt x="967" y="4832"/>
                        <a:pt x="967" y="4832"/>
                      </a:cubicBezTo>
                      <a:cubicBezTo>
                        <a:pt x="3268" y="9938"/>
                        <a:pt x="28405" y="35078"/>
                        <a:pt x="32348" y="35078"/>
                      </a:cubicBezTo>
                      <a:cubicBezTo>
                        <a:pt x="32354" y="35078"/>
                        <a:pt x="32360" y="35078"/>
                        <a:pt x="32365" y="35078"/>
                      </a:cubicBezTo>
                      <a:cubicBezTo>
                        <a:pt x="36254" y="34934"/>
                        <a:pt x="65563" y="29101"/>
                        <a:pt x="65563" y="29101"/>
                      </a:cubicBezTo>
                      <a:cubicBezTo>
                        <a:pt x="70460" y="26508"/>
                        <a:pt x="61171" y="17723"/>
                        <a:pt x="61171" y="17723"/>
                      </a:cubicBezTo>
                      <a:lnTo>
                        <a:pt x="31861" y="20243"/>
                      </a:lnTo>
                      <a:cubicBezTo>
                        <a:pt x="31861" y="20243"/>
                        <a:pt x="8745" y="295"/>
                        <a:pt x="4352" y="7"/>
                      </a:cubicBezTo>
                      <a:cubicBezTo>
                        <a:pt x="4260" y="3"/>
                        <a:pt x="4170" y="0"/>
                        <a:pt x="4082" y="0"/>
                      </a:cubicBezTo>
                      <a:close/>
                    </a:path>
                  </a:pathLst>
                </a:custGeom>
                <a:solidFill>
                  <a:srgbClr val="BD7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4"/>
                <p:cNvSpPr/>
                <p:nvPr/>
              </p:nvSpPr>
              <p:spPr>
                <a:xfrm>
                  <a:off x="7614499" y="3405582"/>
                  <a:ext cx="206867" cy="152128"/>
                </a:xfrm>
                <a:custGeom>
                  <a:avLst/>
                  <a:gdLst/>
                  <a:ahLst/>
                  <a:cxnLst/>
                  <a:rect l="l" t="t" r="r" b="b"/>
                  <a:pathLst>
                    <a:path w="12819" h="9427" extrusionOk="0">
                      <a:moveTo>
                        <a:pt x="6266" y="0"/>
                      </a:moveTo>
                      <a:cubicBezTo>
                        <a:pt x="0" y="1152"/>
                        <a:pt x="576" y="7418"/>
                        <a:pt x="576" y="7418"/>
                      </a:cubicBezTo>
                      <a:cubicBezTo>
                        <a:pt x="576" y="7418"/>
                        <a:pt x="3288" y="9426"/>
                        <a:pt x="6041" y="9426"/>
                      </a:cubicBezTo>
                      <a:cubicBezTo>
                        <a:pt x="7326" y="9426"/>
                        <a:pt x="8619" y="8989"/>
                        <a:pt x="9650" y="7706"/>
                      </a:cubicBezTo>
                      <a:cubicBezTo>
                        <a:pt x="12819" y="3601"/>
                        <a:pt x="6266" y="0"/>
                        <a:pt x="6266" y="0"/>
                      </a:cubicBezTo>
                      <a:close/>
                    </a:path>
                  </a:pathLst>
                </a:custGeom>
                <a:solidFill>
                  <a:srgbClr val="A06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4"/>
                <p:cNvSpPr/>
                <p:nvPr/>
              </p:nvSpPr>
              <p:spPr>
                <a:xfrm>
                  <a:off x="7146157" y="4098591"/>
                  <a:ext cx="761206" cy="190213"/>
                </a:xfrm>
                <a:custGeom>
                  <a:avLst/>
                  <a:gdLst/>
                  <a:ahLst/>
                  <a:cxnLst/>
                  <a:rect l="l" t="t" r="r" b="b"/>
                  <a:pathLst>
                    <a:path w="47170" h="11787" extrusionOk="0">
                      <a:moveTo>
                        <a:pt x="376" y="1"/>
                      </a:moveTo>
                      <a:cubicBezTo>
                        <a:pt x="279" y="1"/>
                        <a:pt x="187" y="36"/>
                        <a:pt x="145" y="120"/>
                      </a:cubicBezTo>
                      <a:cubicBezTo>
                        <a:pt x="1" y="264"/>
                        <a:pt x="1" y="480"/>
                        <a:pt x="145" y="552"/>
                      </a:cubicBezTo>
                      <a:lnTo>
                        <a:pt x="14764" y="11714"/>
                      </a:lnTo>
                      <a:lnTo>
                        <a:pt x="14908" y="11786"/>
                      </a:lnTo>
                      <a:lnTo>
                        <a:pt x="46882" y="9698"/>
                      </a:lnTo>
                      <a:cubicBezTo>
                        <a:pt x="47026" y="9626"/>
                        <a:pt x="47170" y="9482"/>
                        <a:pt x="47170" y="9338"/>
                      </a:cubicBezTo>
                      <a:cubicBezTo>
                        <a:pt x="47170" y="9160"/>
                        <a:pt x="47024" y="9031"/>
                        <a:pt x="46891" y="9031"/>
                      </a:cubicBezTo>
                      <a:cubicBezTo>
                        <a:pt x="46863" y="9031"/>
                        <a:pt x="46835" y="9037"/>
                        <a:pt x="46810" y="9050"/>
                      </a:cubicBezTo>
                      <a:lnTo>
                        <a:pt x="15052" y="11066"/>
                      </a:lnTo>
                      <a:lnTo>
                        <a:pt x="577" y="48"/>
                      </a:lnTo>
                      <a:cubicBezTo>
                        <a:pt x="517" y="18"/>
                        <a:pt x="445" y="1"/>
                        <a:pt x="376" y="1"/>
                      </a:cubicBezTo>
                      <a:close/>
                    </a:path>
                  </a:pathLst>
                </a:custGeom>
                <a:solidFill>
                  <a:srgbClr val="A06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4"/>
                <p:cNvSpPr/>
                <p:nvPr/>
              </p:nvSpPr>
              <p:spPr>
                <a:xfrm>
                  <a:off x="6913744" y="3778617"/>
                  <a:ext cx="148755" cy="126679"/>
                </a:xfrm>
                <a:custGeom>
                  <a:avLst/>
                  <a:gdLst/>
                  <a:ahLst/>
                  <a:cxnLst/>
                  <a:rect l="l" t="t" r="r" b="b"/>
                  <a:pathLst>
                    <a:path w="9218" h="7850" extrusionOk="0">
                      <a:moveTo>
                        <a:pt x="1296" y="1"/>
                      </a:moveTo>
                      <a:lnTo>
                        <a:pt x="0" y="3025"/>
                      </a:lnTo>
                      <a:cubicBezTo>
                        <a:pt x="936" y="4825"/>
                        <a:pt x="2161" y="6482"/>
                        <a:pt x="3673" y="7850"/>
                      </a:cubicBezTo>
                      <a:cubicBezTo>
                        <a:pt x="3673" y="7850"/>
                        <a:pt x="9218" y="4681"/>
                        <a:pt x="1296" y="1"/>
                      </a:cubicBezTo>
                      <a:close/>
                    </a:path>
                  </a:pathLst>
                </a:custGeom>
                <a:solidFill>
                  <a:srgbClr val="A06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4"/>
                <p:cNvSpPr/>
                <p:nvPr/>
              </p:nvSpPr>
              <p:spPr>
                <a:xfrm>
                  <a:off x="6866090" y="3976172"/>
                  <a:ext cx="148772" cy="127857"/>
                </a:xfrm>
                <a:custGeom>
                  <a:avLst/>
                  <a:gdLst/>
                  <a:ahLst/>
                  <a:cxnLst/>
                  <a:rect l="l" t="t" r="r" b="b"/>
                  <a:pathLst>
                    <a:path w="9219" h="7923" extrusionOk="0">
                      <a:moveTo>
                        <a:pt x="1369" y="1"/>
                      </a:moveTo>
                      <a:lnTo>
                        <a:pt x="1" y="3097"/>
                      </a:lnTo>
                      <a:cubicBezTo>
                        <a:pt x="937" y="4898"/>
                        <a:pt x="2161" y="6554"/>
                        <a:pt x="3673" y="7922"/>
                      </a:cubicBezTo>
                      <a:cubicBezTo>
                        <a:pt x="3673" y="7922"/>
                        <a:pt x="9218" y="4682"/>
                        <a:pt x="1369" y="1"/>
                      </a:cubicBezTo>
                      <a:close/>
                    </a:path>
                  </a:pathLst>
                </a:custGeom>
                <a:solidFill>
                  <a:srgbClr val="A06A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theme/theme1.xml><?xml version="1.0" encoding="utf-8"?>
<a:theme xmlns:a="http://schemas.openxmlformats.org/drawingml/2006/main" name="Digital Wallet Infographics by Slidesgo">
  <a:themeElements>
    <a:clrScheme name="Simple Light">
      <a:dk1>
        <a:srgbClr val="000000"/>
      </a:dk1>
      <a:lt1>
        <a:srgbClr val="FFFFFF"/>
      </a:lt1>
      <a:dk2>
        <a:srgbClr val="3EAEC9"/>
      </a:dk2>
      <a:lt2>
        <a:srgbClr val="E25D4B"/>
      </a:lt2>
      <a:accent1>
        <a:srgbClr val="5BB56A"/>
      </a:accent1>
      <a:accent2>
        <a:srgbClr val="F0C936"/>
      </a:accent2>
      <a:accent3>
        <a:srgbClr val="276372"/>
      </a:accent3>
      <a:accent4>
        <a:srgbClr val="318C3A"/>
      </a:accent4>
      <a:accent5>
        <a:srgbClr val="E2EDF0"/>
      </a:accent5>
      <a:accent6>
        <a:srgbClr val="FFF59E"/>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549</Words>
  <Application>Microsoft Office PowerPoint</Application>
  <PresentationFormat>On-screen Show (16:9)</PresentationFormat>
  <Paragraphs>81</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Times New Roman</vt:lpstr>
      <vt:lpstr>Fira Sans Extra Condensed SemiBold</vt:lpstr>
      <vt:lpstr>Roboto</vt:lpstr>
      <vt:lpstr>Arial</vt:lpstr>
      <vt:lpstr>Fira Sans Extra Condensed Medium</vt:lpstr>
      <vt:lpstr>Fira Sans Extra Condensed</vt:lpstr>
      <vt:lpstr>Fira Sans SemiBold</vt:lpstr>
      <vt:lpstr>Digital Wallet Infographics by Slidesgo</vt:lpstr>
      <vt:lpstr>My wallet Application</vt:lpstr>
      <vt:lpstr>Introduction</vt:lpstr>
      <vt:lpstr>Project objectives</vt:lpstr>
      <vt:lpstr>Project objectives</vt:lpstr>
      <vt:lpstr>Methodology</vt:lpstr>
      <vt:lpstr>Project Requirements: </vt:lpstr>
      <vt:lpstr>Project Requirements: </vt:lpstr>
      <vt:lpstr>Scope Statement:</vt:lpstr>
      <vt:lpstr>Work Breakdown Structure</vt:lpstr>
      <vt:lpstr>WBS Dictionary</vt:lpstr>
      <vt:lpstr>WBS Dictionary</vt:lpstr>
      <vt:lpstr>WBS Dictionary</vt:lpstr>
      <vt:lpstr>WBS Dictionary</vt:lpstr>
      <vt:lpstr>WBS Dictionary</vt:lpstr>
      <vt:lpstr>WBS Dictionary</vt:lpstr>
      <vt:lpstr>RACI Chart</vt:lpstr>
      <vt:lpstr>Gantt Chart</vt:lpstr>
      <vt:lpstr>Gantt Chart</vt:lpstr>
      <vt:lpstr>Gantt Chart</vt:lpstr>
      <vt:lpstr>Gantt Chart</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wallet Application</dc:title>
  <dc:creator>Sarah Aljuhani</dc:creator>
  <cp:lastModifiedBy>Sarah Aljuhani</cp:lastModifiedBy>
  <cp:revision>1</cp:revision>
  <dcterms:modified xsi:type="dcterms:W3CDTF">2023-06-04T02:41:06Z</dcterms:modified>
</cp:coreProperties>
</file>